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19 · 单元 19 · 用户账户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98 节 表单与数据归属三段式</a:t>
            </a:r>
          </a:p>
          <a:p>
            <a:r>
              <a:rPr lang="zh-CN" dirty="0"/>
              <a:t>· 第 99 节 登录、注销与注册三件套</a:t>
            </a:r>
          </a:p>
          <a:p>
            <a:r>
              <a:rPr lang="zh-CN" dirty="0"/>
              <a:t>· 第 100 节 ★ @login_required 与数据隔离红线</a:t>
            </a:r>
          </a:p>
          <a:p>
            <a:r>
              <a:rPr lang="zh-CN" dirty="0"/>
              <a:t>· 第 101 节 edit_entry 的双重保护</a:t>
            </a:r>
          </a:p>
          <a:p>
            <a:r>
              <a:rPr lang="zh-CN" dirty="0"/>
              <a:t>· 第 102 节 动手实战、答案与验收复盘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98 节 · 表单与数据归属三段式</a:t>
            </a:r>
          </a:p>
          <a:p>
            <a:r>
              <a:rPr lang="zh-CN" dirty="0"/>
              <a:t>单元 19 · 用户账户 · W25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ModelForm；掌握 `is_valid → save(commit=False) → 补 owner → save`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实现一个 ModelForm 并渲染它</a:t>
            </a:r>
          </a:p>
          <a:p>
            <a:r>
              <a:rPr lang="zh-CN" dirty="0"/>
              <a:t>· 故意不补 owner，看数据归属错在哪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19.1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98 节 · 核心知识点：表单与数据归属三段式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ModelForm；掌握 `is_valid → save(commit=False) → 补 owner → save`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99 节 · 登录、注销与注册三件套</a:t>
            </a:r>
          </a:p>
          <a:p>
            <a:r>
              <a:rPr lang="zh-CN" dirty="0"/>
              <a:t>单元 19 · 用户账户 · W25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Django 自带的 auth 视图；会写注册页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实现登录与注销并测试</a:t>
            </a:r>
          </a:p>
          <a:p>
            <a:r>
              <a:rPr lang="zh-CN" dirty="0"/>
              <a:t>· 故意不注册 logout 的 URL 看会怎样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产出：能注册登录的网站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99 节 · 核心知识点：登录、注销与注册三件套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Django 自带的 auth 视图；会写注册页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100 节 · ★ @login_required 与数据隔离红线</a:t>
            </a:r>
          </a:p>
          <a:p>
            <a:r>
              <a:rPr lang="zh-CN" dirty="0"/>
              <a:t>单元 19 · 用户账户 · W25–W26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学习目标：会用装饰器限制访问；理解 `filter(owner=request.user)` 为什么不能写 all()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★ 现场把 filter 改成 all()，用两个账号看数据串了</a:t>
            </a:r>
          </a:p>
          <a:p>
            <a:r>
              <a:rPr lang="zh-CN" dirty="0"/>
              <a:t>· 再改回 filter，验证隔离生效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产出：数据按用户隔离的网站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100 节 · 核心知识点：★ @login_required 与数据隔离红线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本节目标：会用装饰器限制访问；理解 `filter(owner=request.user)` 为什么不能写 all()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101 节 · edit_entry 的双重保护</a:t>
            </a:r>
          </a:p>
          <a:p>
            <a:r>
              <a:rPr lang="zh-CN" dirty="0"/>
              <a:t>单元 19 · 用户账户 · W26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学习目标：会同时校验条目所属主题与主题所属用户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实现双重校验</a:t>
            </a:r>
          </a:p>
          <a:p>
            <a:r>
              <a:rPr lang="zh-CN" dirty="0"/>
              <a:t>· 用一个账号去改另一个账号的条目，应被拒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19.3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101 节 · 核心知识点：edit_entry 的双重保护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本节目标：会同时校验条目所属主题与主题所属用户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102 节 · 动手实战、答案与验收复盘</a:t>
            </a:r>
          </a:p>
          <a:p>
            <a:r>
              <a:rPr lang="zh-CN" dirty="0"/>
              <a:t>单元 19 · 用户账户 · W26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19 练习，守住数据隔离红线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40 分钟独立完成基础档</a:t>
            </a:r>
          </a:p>
          <a:p>
            <a:r>
              <a:rPr lang="zh-CN" dirty="0"/>
              <a:t>· 逐条演示六、里的每个错误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产出：带注册登录的完整学习笔记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102 节 · 核心知识点：动手实战、答案与验收复盘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19 练习，守住数据隔离红线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19 小结 · 单元 19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9&lt;/Text&gt;&#13;&#10;        &lt;Text style={{ fontSize: 38, fontWeight: 'bold', color: '#FFFFFF', marginTop: 6 }}&gt;用户账户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98 节&lt;/text&gt;&lt;text x='96' y='221' fontSize='15' fill='#16232E' fontFamily='Microsoft YaHei'&gt;表单与数据归属三段式&lt;/text&gt;&lt;text x='1080' y='221' fontSize='13' fill='#5A6B7A' textAnchor='end' fontFamily='Microsoft YaHei'&gt;W25&lt;/text&gt;&lt;rect x='0' y='238' width='1152' height='38' rx='7' fill='#F2F7FD' /&gt;&lt;text x='16' y='263' fontSize='15' fontWeight='bold' fill='#1F5FA8' fontFamily='Microsoft YaHei'&gt;第 99 节&lt;/text&gt;&lt;text x='96' y='263' fontSize='15' fill='#16232E' fontFamily='Microsoft YaHei'&gt;登录、注销与注册三件套&lt;/text&gt;&lt;text x='1080' y='263' fontSize='13' fill='#5A6B7A' textAnchor='end' fontFamily='Microsoft YaHei'&gt;W25&lt;/text&gt;&lt;rect x='0' y='280' width='1152' height='38' rx='7' fill='#FFFFFF' /&gt;&lt;text x='16' y='305' fontSize='15' fontWeight='bold' fill='#1F5FA8' fontFamily='Microsoft YaHei'&gt;第 100 节&lt;/text&gt;&lt;text x='96' y='305' fontSize='15' fill='#16232E' fontFamily='Microsoft YaHei'&gt;★ @login_required 与数据隔离红线&lt;/text&gt;&lt;text x='1080' y='305' fontSize='13' fill='#5A6B7A' textAnchor='end' fontFamily='Microsoft YaHei'&gt;W25&lt;/text&gt;&lt;rect x='0' y='322' width='1152' height='38' rx='7' fill='#F2F7FD' /&gt;&lt;text x='16' y='347' fontSize='15' fontWeight='bold' fill='#1F5FA8' fontFamily='Microsoft YaHei'&gt;第 101 节&lt;/text&gt;&lt;text x='96' y='347' fontSize='15' fill='#16232E' fontFamily='Microsoft YaHei'&gt;edit_entry 的双重保护&lt;/text&gt;&lt;text x='1080' y='347' fontSize='13' fill='#5A6B7A' textAnchor='end' fontFamily='Microsoft YaHei'&gt;W25&lt;/text&gt;&lt;rect x='0' y='364' width='1152' height='38' rx='7' fill='#FFFFFF' /&gt;&lt;text x='16' y='389' fontSize='15' fontWeight='bold' fill='#1F5FA8' fontFamily='Microsoft YaHei'&gt;第 102 节&lt;/text&gt;&lt;text x='96' y='389' fontSize='15' fill='#16232E' fontFamily='Microsoft YaHei'&gt;动手实战、答案与验收复盘&lt;/text&gt;&lt;text x='1080' y='389' fontSize='13' fill='#5A6B7A' textAnchor='end' fontFamily='Microsoft YaHei'&gt;W25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9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19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用户账户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8 / 111 节&lt;/Text&gt;&#13;&#10;        &lt;/Box&gt;&#13;&#10;        &lt;Text style={{ fontSize: 30, fontWeight: 'bold', color: '#16232E' }}&gt;表单与数据归属三段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ModelForm；掌握 is_valid → save(commit=False) → 补 owner → save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一个 ModelForm 并渲染它&lt;/text&gt;&lt;text x='84' y='338.75' fontSize='14.5' fill='#3A4A58' textAnchor='start' fontFamily='Microsoft YaHei'&gt;· 故意不补 owner，看数据归属错在哪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9.1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表单与数据归属三段式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8 节&lt;/Text&gt;&#13;&#10;        &lt;/Box&gt;&#13;&#10;        &lt;Text style={{ fontSize: 30, fontWeight: 'bold', color: '#16232E' }}&gt;核心知识点&lt;/Text&gt;&#13;&#10;        &lt;Text style={{ fontSize: 15, color: '#5A6B7A', marginTop: 10 }}&gt;· 表单与数据归属三段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表单与 ModelForm：把模型变成表单的捷径&lt;/text&gt;&lt;text x='82' y='169.0' fontSize='13' fill='#3A4A58' textAnchor='start' fontFamily='Microsoft YaHei'&gt;· fields 白名单是安全措施，不是省事措施。 它精确规定「用户能碰哪些列」。假如把 &lt;/text&gt;&lt;text x='82' y='188.5' fontSize='13' fill='#3A4A58' textAnchor='start' fontFamily='Microsoft YaHei'&gt;owner（数据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三段式与数据归属：commit=False 的经典…&lt;/text&gt;&lt;text x='686' y='169.0' fontSize='13' fill='#3A4A58' textAnchor='start' fontFamily='Microsoft YaHei'&gt;· 为什么需要 commit=False？ 用户填的表单里没有「这条主题归谁」——那是系统根据&lt;/text&gt;&lt;text x='686' y='188.5' fontSize='13' fill='#3A4A58' textAnchor='start' fontFamily='Microsoft YaHei'&gt;当前登录用户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表单与数据归属三段式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9 / 111 节&lt;/Text&gt;&#13;&#10;        &lt;/Box&gt;&#13;&#10;        &lt;Text style={{ fontSize: 30, fontWeight: 'bold', color: '#16232E' }}&gt;登录、注销与注册三件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Django 自带的 auth 视图；会写注册页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登录与注销并测试&lt;/text&gt;&lt;text x='84' y='338.75' fontSize='14.5' fill='#3A4A58' textAnchor='start' fontFamily='Microsoft YaHei'&gt;· 故意不注册 logout 的 URL 看会怎样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注册登录的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登录、注销与注册三件套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9 节&lt;/Text&gt;&#13;&#10;        &lt;/Box&gt;&#13;&#10;        &lt;Text style={{ fontSize: 30, fontWeight: 'bold', color: '#16232E' }}&gt;核心知识点&lt;/Text&gt;&#13;&#10;        &lt;Text style={{ fontSize: 15, color: '#5A6B7A', marginTop: 10 }}&gt;· 登录、注销与注册三件套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request.user：每个请求自带的「当前用户」&lt;/text&gt;&lt;text x='82' y='169.0' fontSize='13' fill='#3A4A58' textAnchor='start' fontFamily='Microsoft YaHei'&gt;· Django 给每一个请求都挂上一个 user 对象，视图里直接用 request.user：已登录&lt;/text&gt;&lt;text x='82' y='188.5' fontSize='13' fill='#3A4A58' textAnchor='start' fontFamily='Microsoft YaHei'&gt;时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登录、注销、注册三件套&lt;/text&gt;&lt;text x='686' y='169.0' fontSize='13' fill='#3A4A58' textAnchor='start' fontFamily='Microsoft YaHei'&gt;· 登录和注销不用自己写视图——Django 自带的用户身份验证系统（django.contrib.a&lt;/text&gt;&lt;text x='686' y='188.5' fontSize='13' fill='#3A4A58' textAnchor='start' fontFamily='Microsoft YaHei'&gt;ut…&lt;/text&gt;&lt;text x='686' y='217.0' fontSize='13' fill='#3A4A58' textAnchor='start' fontFamily='Microsoft YaHei'&gt;· 注册页面 Django 不提供，得自己写——但表单可以用现成的 UserCreationForm，它&lt;/text&gt;&lt;text x='686' y='236.5' fontSize='13' fill='#3A4A58' textAnchor='start' fontFamily='Microsoft YaHei'&gt;自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登录、注销与注册三件套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0 / 111 节&lt;/Text&gt;&#13;&#10;        &lt;/Box&gt;&#13;&#10;        &lt;Text style={{ fontSize: 30, fontWeight: 'bold', color: '#16232E' }}&gt;★ @login_required 与数据隔离红线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装饰器限制访问；理解 filter(owner=request.user) 为什么不能写 all()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把 filter 改成 all()，用两个账号看数据串了&lt;/text&gt;&lt;text x='84' y='338.75' fontSize='14.5' fill='#3A4A58' textAnchor='start' fontFamily='Microsoft YaHei'&gt;· 再改回 filter，验证隔离生效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数据按用户隔离的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4781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@login_required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与数据隔离红线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0 节&lt;/Text&gt;&#13;&#10;        &lt;/Box&gt;&#13;&#10;        &lt;Text style={{ fontSize: 30, fontWeight: 'bold', color: '#16232E' }}&gt;核心知识点&lt;/Text&gt;&#13;&#10;        &lt;Text style={{ fontSize: 15, color: '#5A6B7A', marginTop: 10 }}&gt;· ★ @login_required 与数据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@login_required：视图的门卫 ★&lt;/text&gt;&lt;text x='82' y='169.0' fontSize='13' fill='#3A4A58' textAnchor='start' fontFamily='Microsoft YaHei'&gt;· 装饰器是放在函数定义前面的「@ 指令」，在函数运行前先跑一遍自己的代码。@login_&lt;/text&gt;&lt;text x='82' y='188.5' fontSize='13' fill='#3A4A58' textAnchor='start' fontFamily='Microsoft YaHei'&gt;required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数据隔离的安全红线 ★★★&lt;/text&gt;&lt;text x='686' y='169.0' fontSize='13' fill='#3A4A58' textAnchor='start' fontFamily='Microsoft YaHei'&gt;· 本单元最重要的一句话：查询数据时，必须按当前用户过滤。写 Topic.objects.filte&lt;/text&gt;&lt;text x='686' y='188.5' fontSize='13' fill='#3A4A58' textAnchor='start' fontFamily='Microsoft YaHei'&gt;r(o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@login_required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与数据…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1 / 111 节&lt;/Text&gt;&#13;&#10;        &lt;/Box&gt;&#13;&#10;        &lt;Text style={{ fontSize: 30, fontWeight: 'bold', color: '#16232E' }}&gt;edit_entry 的双重保护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同时校验条目所属主题与主题所属用户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双重校验&lt;/text&gt;&lt;text x='84' y='338.75' fontSize='14.5' fill='#3A4A58' textAnchor='start' fontFamily='Microsoft YaHei'&gt;· 用一个账号去改另一个账号的条目，应被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9.3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2971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edit_entry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的双重保护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1 节&lt;/Text&gt;&#13;&#10;        &lt;/Box&gt;&#13;&#10;        &lt;Text style={{ fontSize: 30, fontWeight: 'bold', color: '#16232E' }}&gt;核心知识点&lt;/Text&gt;&#13;&#10;        &lt;Text style={{ fontSize: 15, color: '#5A6B7A', marginTop: 10 }}&gt;· edit_entry 的双重保护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7 edit_entry 的双重保护&lt;/text&gt;&lt;text x='82' y='169.0' fontSize='13' fill='#3A4A58' textAnchor='start' fontFamily='Microsoft YaHei'&gt;· Entry 自己没有 owner 字段——它的归属是从 topic 继承的（教材的设计：只需把最高层数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用纯 Python 看懂「字段白名单」&lt;/text&gt;&lt;text x='468' y='500' fontSize='13' fill='#3A4A58' textAnchor='start' fontFamily='Microsoft YaHei'&gt;· 用纯 Python 看懂 request.user&lt;/text&gt;&lt;text x='872' y='500' fontSize='13' fill='#3A4A58' textAnchor='start' fontFamily='Microsoft YaHei'&gt;· 用纯 Python 模拟 @login_required 门禁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edit_entry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的双重保护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2 / 111 节&lt;/Text&gt;&#13;&#10;        &lt;/Box&gt;&#13;&#10;        &lt;Text style={{ fontSize: 30, fontWeight: 'bold', color: '#16232E' }}&gt;动手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9 练习，守住数据隔离红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40 分钟独立完成基础档&lt;/text&gt;&lt;text x='84' y='338.75' fontSize='14.5' fill='#3A4A58' textAnchor='start' fontFamily='Microsoft YaHei'&gt;· 逐条演示六、里的每个错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带注册登录的完整学习笔记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2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9-1【登录页与注销】&lt;/text&gt;&lt;text x='82' y='197.5' fontSize='13' fill='#3A4A58' textAnchor='start' fontFamily='Microsoft YaHei'&gt;· 练习 19-2【注册页面】&lt;/text&gt;&lt;text x='82' y='226.0' fontSize='13' fill='#3A4A58' textAnchor='start' fontFamily='Microsoft YaHei'&gt;· 练习 19-3【让每个用户只有自己的主题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9-4【教材练习 19.3：重构 check_topic_owne&lt;/text&gt;&lt;text x='486' y='188.5' fontSize='13' fill='#3A4A58' textAnchor='start' fontFamily='Microsoft YaHei'&gt;r()】&lt;/text&gt;&lt;text x='486' y='217.0' fontSize='13' fill='#3A4A58' textAnchor='start' fontFamily='Microsoft YaHei'&gt;· 练习 19-5【教材练习 19.4：保护 new_entry】&lt;/text&gt;&lt;text x='486' y='245.5' fontSize='13' fill='#3A4A58' textAnchor='start' fontFamily='Microsoft YaHei'&gt;· 练习 19-6【纯 Python：带用户隔离的笔记本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9-1&lt;/text&gt;&lt;text x='890' y='169.0' fontSize='13' fill='#3A4A58' textAnchor='start' fontFamily='Microsoft YaHei'&gt;· &quot;&quot;&quot;为应用程序 accounts 定义 URL 模式&quot;&quot;&quot;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800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9 · 小结与验收&lt;/Text&gt;&#13;&#10;        &lt;Text style={{ fontSize: 16, color: '#5A6B7A', marginTop: 6 }}&gt;用户账户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98 节 · 表单与数据归属三段式&lt;/text&gt;&lt;text x='0' y='64' fontSize='14.5' fill='#3A4A58' fontFamily='Microsoft YaHei'&gt;· 第 99 节 · 登录、注销与注册三件套&lt;/text&gt;&lt;text x='0' y='94' fontSize='14.5' fill='#3A4A58' fontFamily='Microsoft YaHei'&gt;· 第 100 节 · ★ @login_required 与数据隔离红线&lt;/text&gt;&lt;text x='0' y='124' fontSize='14.5' fill='#3A4A58' fontFamily='Microsoft YaHei'&gt;· 第 101 节 · edit_entry 的双重保护&lt;/text&gt;&lt;text x='0' y='154' fontSize='14.5' fill='#3A4A58' fontFamily='Microsoft YaHei'&gt;· 第 102 节 · 动手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9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19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用户账户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2026-10-16T01:10:16Z</dcterms:created>
  <dcterms:modified xsi:type="dcterms:W3CDTF">2026-10-16T01:10:16Z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