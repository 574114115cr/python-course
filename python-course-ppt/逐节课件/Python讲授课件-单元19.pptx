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3" Type="http://schemas.openxmlformats.org/officeDocument/2006/relationships/notesMaster" Target="notesMasters/notes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5" Type="http://schemas.openxmlformats.org/officeDocument/2006/relationships/tableStyles" Target="tableStyles.xml" /><Relationship Id="rId14" Type="http://schemas.openxmlformats.org/officeDocument/2006/relationships/presProps" Target="presProps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7" Type="http://schemas.openxmlformats.org/officeDocument/2006/relationships/slide" Target="slides/slide7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9&lt;/Text&gt;&#13;&#10;        &lt;Text style={{ fontSize: 38, fontWeight: 'bold', color: '#FFFFFF', marginTop: 6 }}&gt;用户账户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98 节&lt;/text&gt;&lt;text x='96' y='85.0' fontSize='15' fill='#16232E' fontFamily='Microsoft YaHei'&gt;表单与数据归属三段式&lt;/text&gt;&lt;text x='1080' y='85.0' fontSize='13' fill='#5A6B7A' textAnchor='end' fontFamily='Microsoft YaHei'&gt;W25&lt;/text&gt;&lt;rect x='0' y='135.2' width='1152' height='48.0' rx='7' fill='#F2F7FD' /&gt;&lt;text x='16' y='164.2' fontSize='15' fontWeight='bold' fill='#1F5FA8' fontFamily='Microsoft YaHei'&gt;第 99 节&lt;/text&gt;&lt;text x='96' y='164.2' fontSize='15' fill='#16232E' fontFamily='Microsoft YaHei'&gt;登录、注销与注册三件套&lt;/text&gt;&lt;text x='1080' y='164.2' fontSize='13' fill='#5A6B7A' textAnchor='end' fontFamily='Microsoft YaHei'&gt;W25&lt;/text&gt;&lt;rect x='0' y='214.4' width='1152' height='48.0' rx='7' fill='#FFFFFF' /&gt;&lt;text x='16' y='243.4' fontSize='15' fontWeight='bold' fill='#1F5FA8' fontFamily='Microsoft YaHei'&gt;第 100 节&lt;/text&gt;&lt;text x='96' y='243.4' fontSize='15' fill='#16232E' fontFamily='Microsoft YaHei'&gt;★ @login_required 与数据隔离红线&lt;/text&gt;&lt;text x='1080' y='243.4' fontSize='13' fill='#5A6B7A' textAnchor='end' fontFamily='Microsoft YaHei'&gt;W25&lt;/text&gt;&lt;rect x='0' y='293.6' width='1152' height='48.0' rx='7' fill='#F2F7FD' /&gt;&lt;text x='16' y='322.6' fontSize='15' fontWeight='bold' fill='#1F5FA8' fontFamily='Microsoft YaHei'&gt;第 101 节&lt;/text&gt;&lt;text x='96' y='322.6' fontSize='15' fill='#16232E' fontFamily='Microsoft YaHei'&gt;edit_entry 的双重保护&lt;/text&gt;&lt;text x='1080' y='322.6' fontSize='13' fill='#5A6B7A' textAnchor='end' fontFamily='Microsoft YaHei'&gt;W25&lt;/text&gt;&lt;rect x='0' y='372.8' width='1152' height='48.0' rx='7' fill='#FFFFFF' /&gt;&lt;text x='16' y='401.8' fontSize='15' fontWeight='bold' fill='#1F5FA8' fontFamily='Microsoft YaHei'&gt;第 102 节&lt;/text&gt;&lt;text x='96' y='401.8' fontSize='15' fill='#16232E' fontFamily='Microsoft YaHei'&gt;动手实战、答案与验收复盘&lt;/text&gt;&lt;text x='1080' y='401.8' fontSize='13' fill='#5A6B7A' textAnchor='end' fontFamily='Microsoft YaHei'&gt;W2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9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19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用户账户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8 / 111 节&lt;/Text&gt;&#13;&#10;        &lt;/Box&gt;&#13;&#10;        &lt;Text style={{ fontSize: 30, fontWeight: 'bold', color: '#16232E' }}&gt;表单与数据归属三段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ModelForm；掌握 is_valid → save(commit=False) → 补 owner → save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一个 ModelForm 并渲染它&lt;/text&gt;&lt;text x='84' y='338.75' fontSize='14.5' fill='#3A4A58' textAnchor='start' fontFamily='Microsoft YaHei'&gt;· 故意不补 owner，看数据归属错在哪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9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表单与数据归属三段式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8 节&lt;/Text&gt;&#13;&#10;        &lt;/Box&gt;&#13;&#10;        &lt;Text style={{ fontSize: 30, fontWeight: 'bold', color: '#16232E' }}&gt;核心知识点&lt;/Text&gt;&#13;&#10;        &lt;Text style={{ fontSize: 15, color: '#5A6B7A', marginTop: 10 }}&gt;· 表单与数据归属三段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表单与 ModelForm：把模型变成表单的捷径&lt;/text&gt;&lt;text x='82' y='169.0' fontSize='13' fill='#3A4A58' textAnchor='start' fontFamily='Microsoft YaHei'&gt;· fields 白名单是安全措施，不是省事措施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三段式与数据归属：commit=False 的经典…&lt;/text&gt;&lt;text x='686' y='169.0' fontSize='13' fill='#3A4A58' textAnchor='start' fontFamily='Microsoft YaHei'&gt;· 为什么需要 commit=False？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表单与数据归属三段式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9 / 111 节&lt;/Text&gt;&#13;&#10;        &lt;/Box&gt;&#13;&#10;        &lt;Text style={{ fontSize: 30, fontWeight: 'bold', color: '#16232E' }}&gt;登录、注销与注册三件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Django 自带的 auth 视图；会写注册页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登录与注销并测试&lt;/text&gt;&lt;text x='84' y='338.75' fontSize='14.5' fill='#3A4A58' textAnchor='start' fontFamily='Microsoft YaHei'&gt;· 故意不注册 logout 的 URL 看会怎样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注册登录的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登录、注销与注册三件套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9 节&lt;/Text&gt;&#13;&#10;        &lt;/Box&gt;&#13;&#10;        &lt;Text style={{ fontSize: 30, fontWeight: 'bold', color: '#16232E' }}&gt;核心知识点&lt;/Text&gt;&#13;&#10;        &lt;Text style={{ fontSize: 15, color: '#5A6B7A', marginTop: 10 }}&gt;· 登录、注销与注册三件套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request.user：每个请求自带的「当前用户」&lt;/text&gt;&lt;text x='82' y='169.0' fontSize='13' fill='#3A4A58' textAnchor='start' fontFamily='Microsoft YaHei'&gt;· Django 给每一个请求都挂上一个 user 对象，视图里直接用 request.user…&lt;/text&gt;&lt;text x='82' y='197.5' fontSize='13' fill='#3A4A58' textAnchor='start' fontFamily='Microsoft YaHei'&gt;· 这就是导航栏「已登录显示问候语、未登录显示登录链接」的实现——同一个变量，&lt;/text&gt;&lt;text x='82' y='217.0' fontSize='13' fill='#3A4A58' textAnchor='start' fontFamily='Microsoft YaHei'&gt;两种身份，模板自己判断。&lt;/text&gt;&lt;text x='82' y='245.5' fontSize='13' fill='#3A4A58' textAnchor='start' fontFamily='Microsoft YaHei'&gt;· 实跑输出里 alice 那行是 is_authenticated=True pk=1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登录、注销、注册三件套&lt;/text&gt;&lt;text x='686' y='169.0' fontSize='13' fill='#3A4A58' textAnchor='start' fontFamily='Microsoft YaHei'&gt;· 登录和注销不用自己写视图&lt;/text&gt;&lt;text x='686' y='197.5' fontSize='13' fill='#3A4A58' textAnchor='start' fontFamily='Microsoft YaHei'&gt;· 注册页面 Django 不提供，得自己写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登录、注销与注册三件套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0 / 111 节&lt;/Text&gt;&#13;&#10;        &lt;/Box&gt;&#13;&#10;        &lt;Text style={{ fontSize: 30, fontWeight: 'bold', color: '#16232E' }}&gt;★ @login_required 与数据隔离红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装饰器限制访问；理解 filter(owner=request.user) 为什么不能写 all()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把 filter 改成 all()，用两个账号看数据串了&lt;/text&gt;&lt;text x='84' y='338.75' fontSize='14.5' fill='#3A4A58' textAnchor='start' fontFamily='Microsoft YaHei'&gt;· 再改回 filter，验证隔离生效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数据按用户隔离的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781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@login_required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与数据隔离红线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0 节&lt;/Text&gt;&#13;&#10;        &lt;/Box&gt;&#13;&#10;        &lt;Text style={{ fontSize: 30, fontWeight: 'bold', color: '#16232E' }}&gt;核心知识点&lt;/Text&gt;&#13;&#10;        &lt;Text style={{ fontSize: 15, color: '#5A6B7A', marginTop: 10 }}&gt;· ★ @login_required 与数据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@login_required：视图的门卫 ★&lt;/text&gt;&lt;text x='82' y='169.0' fontSize='13' fill='#3A4A58' textAnchor='start' fontFamily='Microsoft YaHei'&gt;· 装饰器是放在函数定义前面的「@ 指令」，在函数运行前先跑一遍自己的代码。&lt;/text&gt;&lt;text x='82' y='197.5' fontSize='13' fill='#3A4A58' textAnchor='start' fontFamily='Microsoft YaHei'&gt;· 保护策略（教材的建议，值得抄走）：先列出哪些页面不需要保护——主页（谁都能看）&lt;/text&gt;&lt;text x='82' y='217.0' fontSize='13' fill='#3A4A58' textAnchor='start' fontFamily='Microsoft YaHei'&gt;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数据隔离的安全红线 ★★★&lt;/text&gt;&lt;text x='686' y='169.0' fontSize='13' fill='#3A4A58' textAnchor='start' fontFamily='Microsoft YaHei'&gt;· 本单元最重要的一句话：查询数据时，必须按当前用户过滤。&lt;/text&gt;&lt;text x='686' y='197.5' fontSize='13' fill='#3A4A58' textAnchor='start' fontFamily='Microsoft YaHei'&gt;· .all() 的后果：用户 A 登录后，能看到用户 B 的所有主题和条目。&lt;/text&gt;&lt;text x='686' y='226.0' fontSize='13' fill='#3A4A58' textAnchor='start' fontFamily='Microsoft YaHei'&gt;· 为什么「查出来再在 Python 里筛」不行？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@login_required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与数据…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1 / 111 节&lt;/Text&gt;&#13;&#10;        &lt;/Box&gt;&#13;&#10;        &lt;Text style={{ fontSize: 30, fontWeight: 'bold', color: '#16232E' }}&gt;edit_entry 的双重保护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同时校验条目所属主题与主题所属用户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双重校验&lt;/text&gt;&lt;text x='84' y='338.75' fontSize='14.5' fill='#3A4A58' textAnchor='start' fontFamily='Microsoft YaHei'&gt;· 用一个账号去改另一个账号的条目，应被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9.3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71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edit_entry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的双重保护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1 节&lt;/Text&gt;&#13;&#10;        &lt;/Box&gt;&#13;&#10;        &lt;Text style={{ fontSize: 30, fontWeight: 'bold', color: '#16232E' }}&gt;核心知识点&lt;/Text&gt;&#13;&#10;        &lt;Text style={{ fontSize: 15, color: '#5A6B7A', marginTop: 10 }}&gt;· edit_entry 的双重保护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edit_entry 的双重保护&lt;/text&gt;&lt;text x='82' y='169.0' fontSize='13' fill='#3A4A58' textAnchor='start' fontFamily='Microsoft YaHei'&gt;· 进房间前要验两道——先查这个房间号（entry）在哪一层（topic）…&lt;/text&gt;&lt;text x='82' y='197.5' fontSize='13' fill='#3A4A58' textAnchor='start' fontFamily='Microsoft YaHei'&gt;· new_entry 同样要防（教材练习 19.4）：用户如果在 URL 里塞别人的 topic_id（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用纯 Python 看懂「字段白名单」&lt;/text&gt;&lt;text x='468' y='500' fontSize='13' fill='#3A4A58' textAnchor='start' fontFamily='Microsoft YaHei'&gt;· 用纯 Python 看懂 request.user&lt;/text&gt;&lt;text x='872' y='500' fontSize='13' fill='#3A4A58' textAnchor='start' fontFamily='Microsoft YaHei'&gt;· 用纯 Python 模拟 @login_required 门禁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edit_entry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的双重保护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2 / 111 节&lt;/Text&gt;&#13;&#10;        &lt;/Box&gt;&#13;&#10;        &lt;Text style={{ fontSize: 30, fontWeight: 'bold', color: '#16232E' }}&gt;动手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9 练习，守住数据隔离红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40 分钟独立完成基础档&lt;/text&gt;&lt;text x='84' y='338.75' fontSize='14.5' fill='#3A4A58' textAnchor='start' fontFamily='Microsoft YaHei'&gt;· 逐条演示六、里的每个错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带注册登录的完整学习笔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2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9-1【登录页与注销】&lt;/text&gt;&lt;text x='82' y='197.5' fontSize='13' fill='#3A4A58' textAnchor='start' fontFamily='Microsoft YaHei'&gt;· 练习 19-2【注册页面】&lt;/text&gt;&lt;text x='82' y='226.0' fontSize='13' fill='#3A4A58' textAnchor='start' fontFamily='Microsoft YaHei'&gt;· 练习 19-3【让每个用户只有自己的主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9-4【教材练习 19.3：重构&lt;/text&gt;&lt;text x='486' y='188.5' fontSize='13' fill='#3A4A58' textAnchor='start' fontFamily='Microsoft YaHei'&gt;check_topic_owner()】&lt;/text&gt;&lt;text x='486' y='217.0' fontSize='13' fill='#3A4A58' textAnchor='start' fontFamily='Microsoft YaHei'&gt;· 练习 19-5【教材练习 19.4：保护 new_entry】&lt;/text&gt;&lt;text x='486' y='245.5' fontSize='13' fill='#3A4A58' textAnchor='start' fontFamily='Microsoft YaHei'&gt;· 练习 19-6【纯 Python：带用户隔离的笔记本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9-1&lt;/text&gt;&lt;text x='890' y='169.0' fontSize='13' fill='#3A4A58' textAnchor='start' fontFamily='Microsoft YaHei'&gt;· base.html 的改法见示例 8 的完整版（问候语 +&lt;/text&gt;&lt;text x='890' y='188.5' fontSize='13' fill='#3A4A58' textAnchor='start' fontFamily='Microsoft YaHei'&gt;注销表单）…&lt;/text&gt;&lt;text x='890' y='217.0' fontSize='13' fill='#3A4A58' textAnchor='start' fontFamily='Microsoft YaHei'&gt;· 别忘了 INSTALLED_APPS 里加 &quot;accounts&quot;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9 · 小结与验收&lt;/Text&gt;&#13;&#10;        &lt;Text style={{ fontSize: 16, color: '#5A6B7A', marginTop: 6 }}&gt;用户账户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98 节 · 表单与数据归属三段式&lt;/text&gt;&lt;text x='0' y='64' fontSize='14.5' fill='#3A4A58' fontFamily='Microsoft YaHei'&gt;· 第 99 节 · 登录、注销与注册三件套&lt;/text&gt;&lt;text x='0' y='94' fontSize='14.5' fill='#3A4A58' fontFamily='Microsoft YaHei'&gt;· 第 100 节 · ★ @login_required 与数据隔离红线&lt;/text&gt;&lt;text x='0' y='124' fontSize='14.5' fill='#3A4A58' fontFamily='Microsoft YaHei'&gt;· 第 101 节 · edit_entry 的双重保护&lt;/text&gt;&lt;text x='0' y='154' fontSize='14.5' fill='#3A4A58' fontFamily='Microsoft YaHei'&gt;· 第 102 节 · 动手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9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用户账户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2026-10-29T00:42:06Z</dcterms:created>
  <dcterms:modified xsi:type="dcterms:W3CDTF">2026-10-29T00:42:06Z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