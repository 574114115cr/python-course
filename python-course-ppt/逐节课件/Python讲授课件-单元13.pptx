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tableStyles" Target="tableStyles.xml" /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4" Type="http://schemas.openxmlformats.org/officeDocument/2006/relationships/presProps" Target="presProps.xml" /><Relationship Id="rId11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3&lt;/Text&gt;&#13;&#10;        &lt;Text style={{ fontSize: 38, fontWeight: 'bold', color: '#FFFFFF', marginTop: 6 }}&gt;射击与外星舰队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70 节&lt;/text&gt;&lt;text x='96' y='85.0' fontSize='15' fill='#16232E' fontFamily='Microsoft YaHei'&gt;编组 Group 与精灵 Sprite&lt;/text&gt;&lt;text x='1080' y='85.0' fontSize='13' fill='#5A6B7A' textAnchor='end' fontFamily='Microsoft YaHei'&gt;W15&lt;/text&gt;&lt;rect x='0' y='135.2' width='1152' height='48.0' rx='7' fill='#F2F7FD' /&gt;&lt;text x='16' y='164.2' fontSize='15' fontWeight='bold' fill='#1F5FA8' fontFamily='Microsoft YaHei'&gt;第 71 节&lt;/text&gt;&lt;text x='96' y='164.2' fontSize='15' fill='#16232E' fontFamily='Microsoft YaHei'&gt;射击：Bullet 类与开火&lt;/text&gt;&lt;text x='1080' y='164.2' fontSize='13' fill='#5A6B7A' textAnchor='end' fontFamily='Microsoft YaHei'&gt;W15&lt;/text&gt;&lt;rect x='0' y='214.4' width='1152' height='48.0' rx='7' fill='#FFFFFF' /&gt;&lt;text x='16' y='243.4' fontSize='15' fontWeight='bold' fill='#1F5FA8' fontFamily='Microsoft YaHei'&gt;第 72 节&lt;/text&gt;&lt;text x='96' y='243.4' fontSize='15' fill='#16232E' fontFamily='Microsoft YaHei'&gt;外星舰队与整体移动&lt;/text&gt;&lt;text x='1080' y='243.4' fontSize='13' fill='#5A6B7A' textAnchor='end' fontFamily='Microsoft YaHei'&gt;W15&lt;/text&gt;&lt;rect x='0' y='293.6' width='1152' height='48.0' rx='7' fill='#F2F7FD' /&gt;&lt;text x='16' y='322.6' fontSize='15' fontWeight='bold' fill='#1F5FA8' fontFamily='Microsoft YaHei'&gt;第 73 节&lt;/text&gt;&lt;text x='96' y='322.6' fontSize='15' fill='#16232E' fontFamily='Microsoft YaHei'&gt;碰撞检测与游戏结束&lt;/text&gt;&lt;text x='1080' y='322.6' fontSize='13' fill='#5A6B7A' textAnchor='end' fontFamily='Microsoft YaHei'&gt;W15&lt;/text&gt;&lt;rect x='0' y='372.8' width='1152' height='48.0' rx='7' fill='#FFFFFF' /&gt;&lt;text x='16' y='401.8' fontSize='15' fontWeight='bold' fill='#1F5FA8' fontFamily='Microsoft YaHei'&gt;第 74 节&lt;/text&gt;&lt;text x='96' y='401.8' fontSize='15' fill='#16232E' fontFamily='Microsoft YaHei'&gt;实战、答案与验收复盘&lt;/text&gt;&lt;text x='1080' y='401.8' fontSize='13' fill='#5A6B7A' textAnchor='end' fontFamily='Microsoft YaHei'&gt;W1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0 / 111 节&lt;/Text&gt;&#13;&#10;        &lt;/Box&gt;&#13;&#10;        &lt;Text style={{ fontSize: 30, fontWeight: 'bold', color: '#16232E' }}&gt;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 Group 和普通 list 的三点差别；理解为什么 Pygame 用编组而不是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纯 Python 演示 Group 的 add/update/remove 行为&lt;/text&gt;&lt;text x='84' y='338.75' fontSize='14.5' fill='#3A4A58' textAnchor='start' fontFamily='Microsoft YaHei'&gt;· 对比 list 与 Group 的删除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1【编组基本功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编组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与精灵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0 节&lt;/Text&gt;&#13;&#10;        &lt;/Box&gt;&#13;&#10;        &lt;Text style={{ fontSize: 30, fontWeight: 'bold', color: '#16232E' }}&gt;核心知识点&lt;/Text&gt;&#13;&#10;        &lt;Text style={{ fontSize: 15, color: '#5A6B7A', marginTop: 10 }}&gt;· 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项目回顾：现在的代码里有什么（13.1）&lt;/text&gt;&lt;text x='82' y='169.0' fontSize='13' fill='#3A4A58' textAnchor='start' fontFamily='Microsoft YaHei'&gt;· 除了 Settings 和 GameStats，每个可见的东西都是一个类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编组 Group 与精灵 Sprite…&lt;/text&gt;&lt;text x='686' y='169.0' fontSize='13' fill='#3A4A58' textAnchor='start' fontFamily='Microsoft YaHei'&gt;· image：长相（一张表面，决定绘制时画什么）；&lt;/text&gt;&lt;text x='686' y='197.5' fontSize='13' fill='#3A4A58' textAnchor='start' fontFamily='Microsoft YaHei'&gt;· rect：站位（矩形，决定画在哪、碰撞时怎么比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与精灵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1 / 111 节&lt;/Text&gt;&#13;&#10;        &lt;/Box&gt;&#13;&#10;        &lt;Text style={{ fontSize: 30, fontWeight: 'bold', color: '#16232E' }}&gt;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创建 Bullet 类、把子弹存进编组、限制子弹数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Bullet 类并让它能向上飞&lt;/text&gt;&lt;text x='84' y='338.75' fontSize='14.5' fill='#3A4A58' textAnchor='start' fontFamily='Microsoft YaHei'&gt;· 故意不开火，看子弹越积越多&lt;/text&gt;&lt;text x='84' y='369.5' fontSize='14.5' fill='#3A4A58' textAnchor='start' fontFamily='Microsoft YaHei'&gt;· 把 limit 加严，观察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2【复现并修复「漏删」bug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射击：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1 节&lt;/Text&gt;&#13;&#10;        &lt;/Box&gt;&#13;&#10;        &lt;Text style={{ fontSize: 30, fontWeight: 'bold', color: '#16232E' }}&gt;核心知识点&lt;/Text&gt;&#13;&#10;        &lt;Text style={{ fontSize: 15, color: '#5A6B7A', marginTop: 10 }}&gt;· 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射击：Bullet 类与开火（12.8）&lt;/text&gt;&lt;text x='82' y='169.0' fontSize='13' fill='#3A4A58' textAnchor='start' fontFamily='Microsoft YaHei'&gt;· （1）子弹长什么样。&lt;/text&gt;&lt;text x='82' y='197.5' fontSize='13' fill='#3A4A58' textAnchor='start' fontFamily='Microsoft YaHei'&gt;· （2）存到编组里。&lt;/text&gt;&lt;text x='82' y='226.0' fontSize='13' fill='#3A4A58' textAnchor='start' fontFamily='Microsoft YaHei'&gt;· （3）删除已消失的子弹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创建第一个外星人（13.2）&lt;/text&gt;&lt;text x='686' y='169.0' fontSize='13' fill='#3A4A58' textAnchor='start' fontFamily='Microsoft YaHei'&gt;· 起始坐标用 self.rect.width 而不是 0，是故意留出一个外星人的宽度当边距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射击：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2 / 111 节&lt;/Text&gt;&#13;&#10;        &lt;/Box&gt;&#13;&#10;        &lt;Text style={{ fontSize: 30, fontWeight: 'bold', color: '#16232E' }}&gt;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生成多行外星舰队；用 fleet_direction 让整队移动、触边下移并反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_create_fleet() 并重构&lt;/text&gt;&lt;text x='84' y='338.75' fontSize='14.5' fill='#3A4A58' textAnchor='start' fontFamily='Microsoft YaHei'&gt;· 把速度改成 2，观察为什么 == 检测不到边缘&lt;/text&gt;&lt;text x='84' y='369.5' fontSize='14.5' fill='#3A4A58' textAnchor='start' fontFamily='Microsoft YaHei'&gt;· 把舰队方向手动改反，看它怎么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3【边缘检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2 节&lt;/Text&gt;&#13;&#10;        &lt;/Box&gt;&#13;&#10;        &lt;Text style={{ fontSize: 30, fontWeight: 'bold', color: '#16232E' }}&gt;核心知识点&lt;/Text&gt;&#13;&#10;        &lt;Text style={{ fontSize: 15, color: '#5A6B7A', marginTop: 10 }}&gt;· 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创建外星舰队（13.3）&lt;/text&gt;&lt;text x='82' y='169.0' fontSize='13' fill='#3A4A58' textAnchor='start' fontFamily='Microsoft YaHei'&gt;· 为什么强调「用一个外星人量尺寸」而不要硬编码 alien_width = 60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让外星舰队移动（13.4）&lt;/text&gt;&lt;text x='686' y='169.0' fontSize='13' fill='#3A4A58' textAnchor='start' fontFamily='Microsoft YaHei'&gt;· 舰队移动的规则听起来简单，实现时有一个关键设计：方向不存每个外星人身上…&lt;/text&gt;&lt;text x='686' y='197.5' fontSize='13' fill='#3A4A58' textAnchor='start' fontFamily='Microsoft YaHei'&gt;· ★ break 是这里最容易漏的一行。&lt;/text&gt;&lt;text x='686' y='226.0' fontSize='13' fill='#3A4A58' textAnchor='start' fontFamily='Microsoft YaHei'&gt;· fleet_direction = -1 这行也很值得体会：方向在 1 和 -1 之间反复横跳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3 / 111 节&lt;/Text&gt;&#13;&#10;        &lt;/Box&gt;&#13;&#10;        &lt;Text style={{ fontSize: 30, fontWeight: 'bold', color: '#16232E' }}&gt;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groupcollide 击落外星人；检测飞船被撞与外星人触底，正确结束游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击落与加分&lt;/text&gt;&lt;text x='84' y='338.75' fontSize='14.5' fill='#3A4A58' textAnchor='start' fontFamily='Microsoft YaHei'&gt;· 把两个 True 改成 False，复现「外星人不消失」bug&lt;/text&gt;&lt;text x='84' y='369.5' fontSize='14.5' fill='#3A4A58' textAnchor='start' fontFamily='Microsoft YaHei'&gt;· 故意撞自己一次，看游戏是否正确结束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 13-5【三条命的完整流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3 节&lt;/Text&gt;&#13;&#10;        &lt;/Box&gt;&#13;&#10;        &lt;Text style={{ fontSize: 30, fontWeight: 'bold', color: '#16232E' }}&gt;核心知识点&lt;/Text&gt;&#13;&#10;        &lt;Text style={{ fontSize: 15, color: '#5A6B7A', marginTop: 10 }}&gt;· 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碰撞检测与游戏结束（13.5–13.7）&lt;/text&gt;&lt;text x='82' y='169.0' fontSize='13' fill='#3A4A58' textAnchor='start' fontFamily='Microsoft YaHei'&gt;· （1）子弹打中外星人。&lt;/text&gt;&lt;text x='82' y='197.5' fontSize='13' fill='#3A4A58' textAnchor='start' fontFamily='Microsoft YaHei'&gt;· （2）「为测试创建大子弹」的调试思维。&lt;/text&gt;&lt;text x='82' y='226.0' fontSize='13' fill='#3A4A58' textAnchor='start' fontFamily='Microsoft YaHei'&gt;· （3）外星人撞到飞船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新增子弹、外星人、舰队三组设置&lt;/text&gt;&lt;text x='468' y='500' fontSize='13' fill='#3A4A58' textAnchor='start' fontFamily='Microsoft YaHei'&gt;· group_demo.py——不打开窗口…&lt;/text&gt;&lt;text x='872' y='500' fontSize='13' fill='#3A4A58' textAnchor='start' fontFamily='Microsoft YaHei'&gt;· bullet.py——子弹类（可直接运行自测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4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3 练习，能讲清每处遍历删除的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完整可玩的外星人入侵（能射、能得分、能结束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4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3-1【编组基本功】&lt;/text&gt;&lt;text x='82' y='197.5' fontSize='13' fill='#3A4A58' textAnchor='start' fontFamily='Microsoft YaHei'&gt;· 练习 13-2【复现并修复「漏删」bug】&lt;/text&gt;&lt;text x='82' y='226.0' fontSize='13' fill='#3A4A58' textAnchor='start' fontFamily='Microsoft YaHei'&gt;· 练习 13-3【边缘检测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3-4【舰队密度可调】&lt;/text&gt;&lt;text x='486' y='197.5' fontSize='13' fill='#3A4A58' textAnchor='start' fontFamily='Microsoft YaHei'&gt;· 练习 13-5【三条命的完整流程】&lt;/text&gt;&lt;text x='486' y='226.0' fontSize='13' fill='#3A4A58' textAnchor='start' fontFamily='Microsoft YaHei'&gt;· 练习 13-6【子弹越打越快，结束时有简报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3-3&lt;/text&gt;&lt;text x='890' y='169.0' fontSize='13' fill='#3A4A58' textAnchor='start' fontFamily='Microsoft YaHei'&gt;· 1. 判断题&lt;/text&gt;&lt;text x='890' y='197.5' fontSize='13' fill='#3A4A58' textAnchor='start' fontFamily='Microsoft YaHei'&gt;· 2. 简答题&lt;/text&gt;&lt;text x='890' y='226.0' fontSize='13' fill='#3A4A58' textAnchor='start' fontFamily='Microsoft YaHei'&gt;· 3. 简答题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3 · 小结与验收&lt;/Text&gt;&#13;&#10;        &lt;Text style={{ fontSize: 16, color: '#5A6B7A', marginTop: 6 }}&gt;射击与外星舰队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0 节 · 编组 Group 与精灵 Sprite&lt;/text&gt;&lt;text x='0' y='64' fontSize='14.5' fill='#3A4A58' fontFamily='Microsoft YaHei'&gt;· 第 71 节 · 射击：Bullet 类与开火&lt;/text&gt;&lt;text x='0' y='94' fontSize='14.5' fill='#3A4A58' fontFamily='Microsoft YaHei'&gt;· 第 72 节 · 外星舰队与整体移动&lt;/text&gt;&lt;text x='0' y='124' fontSize='14.5' fill='#3A4A58' fontFamily='Microsoft YaHei'&gt;· 第 73 节 · 碰撞检测与游戏结束&lt;/text&gt;&lt;text x='0' y='154' fontSize='14.5' fill='#3A4A58' fontFamily='Microsoft YaHei'&gt;· 第 74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2026-10-29T00:38:22Z</dcterms:created>
  <dcterms:modified xsi:type="dcterms:W3CDTF">2026-10-29T00:38:22Z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