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13 · 单元 13 · 射击与外星舰队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70 节 编组 Group 与精灵 Sprite</a:t>
            </a:r>
          </a:p>
          <a:p>
            <a:r>
              <a:rPr lang="zh-CN" dirty="0"/>
              <a:t>· 第 71 节 射击：Bullet 类与开火</a:t>
            </a:r>
          </a:p>
          <a:p>
            <a:r>
              <a:rPr lang="zh-CN" dirty="0"/>
              <a:t>· 第 72 节 外星舰队与整体移动</a:t>
            </a:r>
          </a:p>
          <a:p>
            <a:r>
              <a:rPr lang="zh-CN" dirty="0"/>
              <a:t>· 第 73 节 碰撞检测与游戏结束</a:t>
            </a:r>
          </a:p>
          <a:p>
            <a:r>
              <a:rPr lang="zh-CN" dirty="0"/>
              <a:t>· 第 74 节 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13 · 单元 13 · 射击与外星舰队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70 节 编组 Group 与精灵 Sprite</a:t>
            </a:r>
          </a:p>
          <a:p>
            <a:r>
              <a:rPr lang="zh-CN" dirty="0"/>
              <a:t>· 第 71 节 射击：Bullet 类与开火</a:t>
            </a:r>
          </a:p>
          <a:p>
            <a:r>
              <a:rPr lang="zh-CN" dirty="0"/>
              <a:t>· 第 72 节 外星舰队与整体移动</a:t>
            </a:r>
          </a:p>
          <a:p>
            <a:r>
              <a:rPr lang="zh-CN" dirty="0"/>
              <a:t>· 第 73 节 碰撞检测与游戏结束</a:t>
            </a:r>
          </a:p>
          <a:p>
            <a:r>
              <a:rPr lang="zh-CN" dirty="0"/>
              <a:t>· 第 74 节 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70 节 · 编组 Group 与精灵 Sprite</a:t>
            </a:r>
          </a:p>
          <a:p>
            <a:r>
              <a:rPr lang="zh-CN" dirty="0"/>
              <a:t>单元 13 · 射击与外星舰队 · W15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学习目标：说清 Group 和普通 list 的三点差别；理解为什么 Pygame 用编组而不是列表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用纯 Python 演示 Group 的 add/update/remove 行为</a:t>
            </a:r>
          </a:p>
          <a:p>
            <a:r>
              <a:rPr lang="zh-CN" dirty="0"/>
              <a:t>· 对比 list 与 Group 的删除差异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完成练习 13-1【编组基本功】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70 节 · 编组 Group 与精灵 Sprite</a:t>
            </a:r>
          </a:p>
          <a:p>
            <a:r>
              <a:rPr lang="zh-CN" dirty="0"/>
              <a:t>单元 13 · 射击与外星舰队 · W15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学习目标：说清 Group 和普通 list 的三点差别；理解为什么 Pygame 用编组而不是列表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用纯 Python 演示 Group 的 add/update/remove 行为</a:t>
            </a:r>
          </a:p>
          <a:p>
            <a:r>
              <a:rPr lang="zh-CN" dirty="0"/>
              <a:t>· 对比 list 与 Group 的删除差异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完成练习 13-1【编组基本功】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70 节 · 核心知识点：编组 Group 与精灵 Sprite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本节目标：说清 Group 和普通 list 的三点差别；理解为什么 Pygame 用编组而不是列表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70 节 · 核心知识点：编组 Group 与精灵 Sprite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本节目标：说清 Group 和普通 list 的三点差别；理解为什么 Pygame 用编组而不是列表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71 节 · 射击：Bullet 类与开火</a:t>
            </a:r>
          </a:p>
          <a:p>
            <a:r>
              <a:rPr lang="zh-CN" dirty="0"/>
              <a:t>单元 13 · 射击与外星舰队 · W15–W16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学习目标：能创建 Bullet 类、把子弹存进编组、限制子弹数量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Bullet 类并让它能向上飞</a:t>
            </a:r>
          </a:p>
          <a:p>
            <a:r>
              <a:rPr lang="zh-CN" dirty="0"/>
              <a:t>· 故意不开火，看子弹越积越多</a:t>
            </a:r>
          </a:p>
          <a:p>
            <a:r>
              <a:rPr lang="zh-CN" dirty="0"/>
              <a:t>· 把 limit 加严，观察效果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完成练习 13-2【复现并修复「漏删」bug】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71 节 · 射击：Bullet 类与开火</a:t>
            </a:r>
          </a:p>
          <a:p>
            <a:r>
              <a:rPr lang="zh-CN" dirty="0"/>
              <a:t>单元 13 · 射击与外星舰队 · W15–W16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学习目标：能创建 Bullet 类、把子弹存进编组、限制子弹数量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Bullet 类并让它能向上飞</a:t>
            </a:r>
          </a:p>
          <a:p>
            <a:r>
              <a:rPr lang="zh-CN" dirty="0"/>
              <a:t>· 故意不开火，看子弹越积越多</a:t>
            </a:r>
          </a:p>
          <a:p>
            <a:r>
              <a:rPr lang="zh-CN" dirty="0"/>
              <a:t>· 把 limit 加严，观察效果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完成练习 13-2【复现并修复「漏删」bug】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71 节 · 核心知识点：射击：Bullet 类与开火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本节目标：能创建 Bullet 类、把子弹存进编组、限制子弹数量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71 节 · 核心知识点：射击：Bullet 类与开火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本节目标：能创建 Bullet 类、把子弹存进编组、限制子弹数量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72 节 · 外星舰队与整体移动</a:t>
            </a:r>
          </a:p>
          <a:p>
            <a:r>
              <a:rPr lang="zh-CN" dirty="0"/>
              <a:t>单元 13 · 射击与外星舰队 · 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学习目标：能生成多行外星舰队；用 fleet_direction 让整队移动、触边下移并反向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现场写 `_create_fleet()` 并重构</a:t>
            </a:r>
          </a:p>
          <a:p>
            <a:r>
              <a:rPr lang="zh-CN" dirty="0"/>
              <a:t>· 把速度改成 2，观察为什么 `==` 检测不到边缘</a:t>
            </a:r>
          </a:p>
          <a:p>
            <a:r>
              <a:rPr lang="zh-CN" dirty="0"/>
              <a:t>· 把舰队方向手动改反，看它怎么走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完成练习 13-3【边缘检测】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72 节 · 外星舰队与整体移动</a:t>
            </a:r>
          </a:p>
          <a:p>
            <a:r>
              <a:rPr lang="zh-CN" dirty="0"/>
              <a:t>单元 13 · 射击与外星舰队 · 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学习目标：能生成多行外星舰队；用 fleet_direction 让整队移动、触边下移并反向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现场写 `_create_fleet()` 并重构</a:t>
            </a:r>
          </a:p>
          <a:p>
            <a:r>
              <a:rPr lang="zh-CN" dirty="0"/>
              <a:t>· 把速度改成 2，观察为什么 `==` 检测不到边缘</a:t>
            </a:r>
          </a:p>
          <a:p>
            <a:r>
              <a:rPr lang="zh-CN" dirty="0"/>
              <a:t>· 把舰队方向手动改反，看它怎么走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完成练习 13-3【边缘检测】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72 节 · 核心知识点：外星舰队与整体移动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本节目标：能生成多行外星舰队；用 fleet_direction 让整队移动、触边下移并反向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72 节 · 核心知识点：外星舰队与整体移动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本节目标：能生成多行外星舰队；用 fleet_direction 让整队移动、触边下移并反向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73 节 · 碰撞检测与游戏结束</a:t>
            </a:r>
          </a:p>
          <a:p>
            <a:r>
              <a:rPr lang="zh-CN" dirty="0"/>
              <a:t>单元 13 · 射击与外星舰队 · 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学习目标：用 groupcollide 击落外星人；检测飞船被撞与外星人触底，正确结束游戏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实现击落与加分</a:t>
            </a:r>
          </a:p>
          <a:p>
            <a:r>
              <a:rPr lang="zh-CN" dirty="0"/>
              <a:t>· 把两个 True 改成 False，复现「外星人不消失」bug</a:t>
            </a:r>
          </a:p>
          <a:p>
            <a:r>
              <a:rPr lang="zh-CN" dirty="0"/>
              <a:t>· 故意撞自己一次，看游戏是否正确结束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完成练习 13-5【三条命的完整流程】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73 节 · 碰撞检测与游戏结束</a:t>
            </a:r>
          </a:p>
          <a:p>
            <a:r>
              <a:rPr lang="zh-CN" dirty="0"/>
              <a:t>单元 13 · 射击与外星舰队 · 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学习目标：用 groupcollide 击落外星人；检测飞船被撞与外星人触底，正确结束游戏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实现击落与加分</a:t>
            </a:r>
          </a:p>
          <a:p>
            <a:r>
              <a:rPr lang="zh-CN" dirty="0"/>
              <a:t>· 把两个 True 改成 False，复现「外星人不消失」bug</a:t>
            </a:r>
          </a:p>
          <a:p>
            <a:r>
              <a:rPr lang="zh-CN" dirty="0"/>
              <a:t>· 故意撞自己一次，看游戏是否正确结束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完成练习 13-5【三条命的完整流程】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73 节 · 核心知识点：碰撞检测与游戏结束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本节目标：用 groupcollide 击落外星人；检测飞船被撞与外星人触底，正确结束游戏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73 节 · 核心知识点：碰撞检测与游戏结束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本节目标：用 groupcollide 击落外星人；检测飞船被撞与外星人触底，正确结束游戏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74 节 · 实战、答案与验收复盘</a:t>
            </a:r>
          </a:p>
          <a:p>
            <a:r>
              <a:rPr lang="zh-CN" dirty="0"/>
              <a:t>单元 13 · 射击与外星舰队 · 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13 练习，能讲清每处遍历删除的写法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逐题对照答案，错的当场重跑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产出：完整可玩的外星人入侵（能射、能得分、能结束）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74 节 · 实战、答案与验收复盘</a:t>
            </a:r>
          </a:p>
          <a:p>
            <a:r>
              <a:rPr lang="zh-CN" dirty="0"/>
              <a:t>单元 13 · 射击与外星舰队 · W16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13 练习，能讲清每处遍历删除的写法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30 分钟独立完成基础档</a:t>
            </a:r>
          </a:p>
          <a:p>
            <a:r>
              <a:rPr lang="zh-CN" dirty="0"/>
              <a:t>· 逐题对照答案，错的当场重跑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产出：完整可玩的外星人入侵（能射、能得分、能结束）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74 节 · 核心知识点：实战、答案与验收复盘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13 练习，能讲清每处遍历删除的写法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74 节 · 核心知识点：实战、答案与验收复盘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13 练习，能讲清每处遍历删除的写法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13 小结 · 单元 13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13 小结 · 单元 13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3&lt;/Text&gt;&#13;&#10;        &lt;Text style={{ fontSize: 38, fontWeight: 'bold', color: '#FFFFFF', marginTop: 6 }}&gt;射击与外星舰队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70 节&lt;/text&gt;&lt;text x='96' y='221' fontSize='15' fill='#16232E' fontFamily='Microsoft YaHei'&gt;编组 Group 与精灵 Sprite&lt;/text&gt;&lt;text x='1080' y='221' fontSize='13' fill='#5A6B7A' textAnchor='end' fontFamily='Microsoft YaHei'&gt;W15&lt;/text&gt;&lt;rect x='0' y='238' width='1152' height='38' rx='7' fill='#F2F7FD' /&gt;&lt;text x='16' y='263' fontSize='15' fontWeight='bold' fill='#1F5FA8' fontFamily='Microsoft YaHei'&gt;第 71 节&lt;/text&gt;&lt;text x='96' y='263' fontSize='15' fill='#16232E' fontFamily='Microsoft YaHei'&gt;射击：Bullet 类与开火&lt;/text&gt;&lt;text x='1080' y='263' fontSize='13' fill='#5A6B7A' textAnchor='end' fontFamily='Microsoft YaHei'&gt;W15&lt;/text&gt;&lt;rect x='0' y='280' width='1152' height='38' rx='7' fill='#FFFFFF' /&gt;&lt;text x='16' y='305' fontSize='15' fontWeight='bold' fill='#1F5FA8' fontFamily='Microsoft YaHei'&gt;第 72 节&lt;/text&gt;&lt;text x='96' y='305' fontSize='15' fill='#16232E' fontFamily='Microsoft YaHei'&gt;外星舰队与整体移动&lt;/text&gt;&lt;text x='1080' y='305' fontSize='13' fill='#5A6B7A' textAnchor='end' fontFamily='Microsoft YaHei'&gt;W15&lt;/text&gt;&lt;rect x='0' y='322' width='1152' height='38' rx='7' fill='#F2F7FD' /&gt;&lt;text x='16' y='347' fontSize='15' fontWeight='bold' fill='#1F5FA8' fontFamily='Microsoft YaHei'&gt;第 73 节&lt;/text&gt;&lt;text x='96' y='347' fontSize='15' fill='#16232E' fontFamily='Microsoft YaHei'&gt;碰撞检测与游戏结束&lt;/text&gt;&lt;text x='1080' y='347' fontSize='13' fill='#5A6B7A' textAnchor='end' fontFamily='Microsoft YaHei'&gt;W15&lt;/text&gt;&lt;rect x='0' y='364' width='1152' height='38' rx='7' fill='#FFFFFF' /&gt;&lt;text x='16' y='389' fontSize='15' fontWeight='bold' fill='#1F5FA8' fontFamily='Microsoft YaHei'&gt;第 74 节&lt;/text&gt;&lt;text x='96' y='389' fontSize='15' fill='#16232E' fontFamily='Microsoft YaHei'&gt;实战、答案与验收复盘&lt;/text&gt;&lt;text x='1080' y='389' fontSize='13' fill='#5A6B7A' textAnchor='end' fontFamily='Microsoft YaHei'&gt;W15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3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射击与外星舰队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13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0 / 111 节&lt;/Text&gt;&#13;&#10;        &lt;/Box&gt;&#13;&#10;        &lt;Text style={{ fontSize: 30, fontWeight: 'bold', color: '#16232E' }}&gt;编组 Group 与精灵 Sprite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说清 Group 和普通 list 的三点差别；理解为什么 Pygame 用编组而不是列表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用纯 Python 演示 Group 的 add/update/remove 行为&lt;/text&gt;&lt;text x='84' y='338.75' fontSize='14.5' fill='#3A4A58' textAnchor='start' fontFamily='Microsoft YaHei'&gt;· 对比 list 与 Group 的删除差异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练习 13-1【编组基本功】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38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编组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Group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与精灵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Sprite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0 节&lt;/Text&gt;&#13;&#10;        &lt;/Box&gt;&#13;&#10;        &lt;Text style={{ fontSize: 30, fontWeight: 'bold', color: '#16232E' }}&gt;核心知识点&lt;/Text&gt;&#13;&#10;        &lt;Text style={{ fontSize: 15, color: '#5A6B7A', marginTop: 10 }}&gt;· 编组 Group 与精灵 Sprite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项目回顾：现在的代码里有什么（13.1）&lt;/text&gt;&lt;text x='82' y='169.0' fontSize='13' fill='#3A4A58' textAnchor='start' fontFamily='Microsoft YaHei'&gt;· 单元 12 结束时，项目是三个文件：alien_invasion.py（主循环）、settings.p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编组 Group 与精灵 Sprite：为什么不用…&lt;/text&gt;&lt;text x='686' y='169.0' fontSize='13' fill='#3A4A58' textAnchor='start' fontFamily='Microsoft YaHei'&gt;· image：长相（一张表面，决定绘制时画什么）；&lt;/text&gt;&lt;text x='686' y='197.5' fontSize='13' fill='#3A4A58' textAnchor='start' fontFamily='Microsoft YaHei'&gt;· rect：站位（矩形，决定画在哪、碰撞时怎么比）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5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编组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Group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与精灵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Sprite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1 / 111 节&lt;/Text&gt;&#13;&#10;        &lt;/Box&gt;&#13;&#10;        &lt;Text style={{ fontSize: 30, fontWeight: 'bold', color: '#16232E' }}&gt;射击：Bullet 类与开火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创建 Bullet 类、把子弹存进编组、限制子弹数量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 Bullet 类并让它能向上飞&lt;/text&gt;&lt;text x='84' y='338.75' fontSize='14.5' fill='#3A4A58' textAnchor='start' fontFamily='Microsoft YaHei'&gt;· 故意不开火，看子弹越积越多&lt;/text&gt;&lt;text x='84' y='369.5' fontSize='14.5' fill='#3A4A58' textAnchor='start' fontFamily='Microsoft YaHei'&gt;· 把 limit 加严，观察效果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练习 13-2【复现并修复「漏删」bug】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924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射击：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Bullet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类与开火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1 节&lt;/Text&gt;&#13;&#10;        &lt;/Box&gt;&#13;&#10;        &lt;Text style={{ fontSize: 30, fontWeight: 'bold', color: '#16232E' }}&gt;核心知识点&lt;/Text&gt;&#13;&#10;        &lt;Text style={{ fontSize: 15, color: '#5A6B7A', marginTop: 10 }}&gt;· 射击：Bullet 类与开火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射击：Bullet 类与开火（12.8）&lt;/text&gt;&lt;text x='82' y='169.0' fontSize='13' fill='#3A4A58' textAnchor='start' fontFamily='Microsoft YaHei'&gt;· （1）子弹长什么样。 教材没有给子弹找图片，而是用 pygame.Rect 画一个细长条，&lt;/text&gt;&lt;text x='82' y='188.5' fontSize='13' fill='#3A4A58' textAnchor='start' fontFamily='Microsoft YaHei'&gt;再用 pyg…&lt;/text&gt;&lt;text x='82' y='217.0' fontSize='13' fill='#3A4A58' textAnchor='start' fontFamily='Microsoft YaHei'&gt;· （2）存到编组里。 在主文件的 __init__ 里建一个空编组 self.bullets = Gro…&lt;/text&gt;&lt;text x='82' y='245.5' fontSize='13' fill='#3A4A58' textAnchor='start' fontFamily='Microsoft YaHei'&gt;· （3）删除已消失的子弹。 子弹飞出屏幕顶部后要删掉，否则编组越涨越大，最终拖慢&lt;/text&gt;&lt;text x='82' y='265.0' fontSize='13' fill='#3A4A58' textAnchor='start' fontFamily='Microsoft YaHei'&gt;游戏。判断条件是 bul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创建第一个外星人（13.2）&lt;/text&gt;&lt;text x='686' y='169.0' fontSize='13' fill='#3A4A58' textAnchor='start' fontFamily='Microsoft YaHei'&gt;· Alien 和 Ship 结构几乎一样，都是「加载图片 → 拿 rect → 放位置」：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射击：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Bullet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类与开火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2 / 111 节&lt;/Text&gt;&#13;&#10;        &lt;/Box&gt;&#13;&#10;        &lt;Text style={{ fontSize: 30, fontWeight: 'bold', color: '#16232E' }}&gt;外星舰队与整体移动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生成多行外星舰队；用 fleet_direction 让整队移动、触边下移并反向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写 _create_fleet() 并重构&lt;/text&gt;&lt;text x='84' y='338.75' fontSize='14.5' fill='#3A4A58' textAnchor='start' fontFamily='Microsoft YaHei'&gt;· 把速度改成 2，观察为什么 == 检测不到边缘&lt;/text&gt;&lt;text x='84' y='369.5' fontSize='14.5' fill='#3A4A58' textAnchor='start' fontFamily='Microsoft YaHei'&gt;· 把舰队方向手动改反，看它怎么走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练习 13-3【边缘检测】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外星舰队与整体移动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2 节&lt;/Text&gt;&#13;&#10;        &lt;/Box&gt;&#13;&#10;        &lt;Text style={{ fontSize: 30, fontWeight: 'bold', color: '#16232E' }}&gt;核心知识点&lt;/Text&gt;&#13;&#10;        &lt;Text style={{ fontSize: 15, color: '#5A6B7A', marginTop: 10 }}&gt;· 外星舰队与整体移动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5 创建外星舰队（13.3）&lt;/text&gt;&lt;text x='82' y='169.0' fontSize='13' fill='#3A4A58' textAnchor='start' fontFamily='Microsoft YaHei'&gt;· (3 alien_height) - ship_height)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6 让外星舰队移动（13.4）&lt;/text&gt;&lt;text x='686' y='169.0' fontSize='13' fill='#3A4A58' textAnchor='start' fontFamily='Microsoft YaHei'&gt;· 舰队移动的规则听起来简单，实现时有一个关键设计：方向不存每个外星人身上，而是全&lt;/text&gt;&lt;text x='686' y='188.5' fontSize='13' fill='#3A4A58' textAnchor='start' fontFamily='Microsoft YaHei'&gt;队共用的一个标志位 fl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外星舰队与整体移动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3 / 111 节&lt;/Text&gt;&#13;&#10;        &lt;/Box&gt;&#13;&#10;        &lt;Text style={{ fontSize: 30, fontWeight: 'bold', color: '#16232E' }}&gt;碰撞检测与游戏结束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用 groupcollide 击落外星人；检测飞船被撞与外星人触底，正确结束游戏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击落与加分&lt;/text&gt;&lt;text x='84' y='338.75' fontSize='14.5' fill='#3A4A58' textAnchor='start' fontFamily='Microsoft YaHei'&gt;· 把两个 True 改成 False，复现「外星人不消失」bug&lt;/text&gt;&lt;text x='84' y='369.5' fontSize='14.5' fill='#3A4A58' textAnchor='start' fontFamily='Microsoft YaHei'&gt;· 故意撞自己一次，看游戏是否正确结束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完成练习 13-5【三条命的完整流程】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73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碰撞检测与游戏结束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3 节&lt;/Text&gt;&#13;&#10;        &lt;/Box&gt;&#13;&#10;        &lt;Text style={{ fontSize: 30, fontWeight: 'bold', color: '#16232E' }}&gt;核心知识点&lt;/Text&gt;&#13;&#10;        &lt;Text style={{ fontSize: 15, color: '#5A6B7A', marginTop: 10 }}&gt;· 碰撞检测与游戏结束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7 碰撞检测与游戏结束（13.5–13.7）&lt;/text&gt;&lt;text x='82' y='169.0' fontSize='13' fill='#3A4A58' textAnchor='start' fontFamily='Microsoft YaHei'&gt;· （1）子弹打中外星人。 Pygame 把「两个编组互相检测碰撞」做成了一个函数：&lt;/text&gt;&lt;text x='82' y='197.5' fontSize='13' fill='#3A4A58' textAnchor='start' fontFamily='Microsoft YaHei'&gt;· （2）「为测试创建大子弹」的调试思维。 教材在这里专门讲了一个调试技巧：怀疑碰撞检测有 bug 时，临…&lt;/text&gt;&lt;text x='82' y='226.0' fontSize='13' fill='#3A4A58' textAnchor='start' fontFamily='Microsoft YaHei'&gt;· （3）外星人撞到飞船。 检测「一个精灵 vs 整个编组」用另一个函数：&lt;/text&gt;&lt;text x='64' y='470' fontSize='14.5' fontWeight='bold' fill='#0E9B78' textAnchor='start' fontFamily='Microsoft YaHei'&gt;本节的代码示例&lt;/text&gt;&lt;text x='64' y='500' fontSize='13' fill='#3A4A58' textAnchor='start' fontFamily='Microsoft YaHei'&gt;· settings.py——新增子弹、外星人、舰队三组设置&lt;/text&gt;&lt;text x='468' y='500' fontSize='13' fill='#3A4A58' textAnchor='start' fontFamily='Microsoft YaHei'&gt;· group_demo.py——不打开窗口，把编组的核心行为…&lt;/text&gt;&lt;text x='872' y='500' fontSize='13' fill='#3A4A58' textAnchor='start' fontFamily='Microsoft YaHei'&gt;· bullet.py——子弹类（可直接运行自测）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3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碰撞检测与游戏结束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74 / 111 节&lt;/Text&gt;&#13;&#10;        &lt;/Box&gt;&#13;&#10;        &lt;Text style={{ fontSize: 30, fontWeight: 'bold', color: '#16232E' }}&gt;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3 练习，能讲清每处遍历删除的写法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，错的当场重跑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完整可玩的外星人入侵（能射、能得分、能结束）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74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实战、答案与验收复盘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74 节&lt;/Text&gt;&#13;&#10;        &lt;/Box&gt;&#13;&#10;        &lt;Text style={{ fontSize: 30, fontWeight: 'bold', color: '#16232E' }}&gt;核心知识点&lt;/Text&gt;&#13;&#10;        &lt;Text style={{ fontSize: 15, color: '#5A6B7A', marginTop: 10 }}&gt;· 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3-1【编组基本功】&lt;/text&gt;&lt;text x='82' y='197.5' fontSize='13' fill='#3A4A58' textAnchor='start' fontFamily='Microsoft YaHei'&gt;· 练习 13-2【复现并修复「漏删」bug】&lt;/text&gt;&lt;text x='82' y='226.0' fontSize='13' fill='#3A4A58' textAnchor='start' fontFamily='Microsoft YaHei'&gt;· 练习 13-3【边缘检测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3-4【舰队密度可调】&lt;/text&gt;&lt;text x='486' y='197.5' fontSize='13' fill='#3A4A58' textAnchor='start' fontFamily='Microsoft YaHei'&gt;· 练习 13-5【三条命的完整流程】&lt;/text&gt;&lt;text x='486' y='226.0' fontSize='13' fill='#3A4A58' textAnchor='start' fontFamily='Microsoft YaHei'&gt;· 练习 13-6【子弹越打越快，结束时有简报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3-1&lt;/text&gt;&lt;text x='890' y='169.0' fontSize='13' fill='#3A4A58' textAnchor='start' fontFamily='Microsoft YaHei'&gt;· import os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3 · 第 74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实战、答案与验收复盘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3 · 小结与验收&lt;/Text&gt;&#13;&#10;        &lt;Text style={{ fontSize: 16, color: '#5A6B7A', marginTop: 6 }}&gt;射击与外星舰队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70 节 · 编组 Group 与精灵 Sprite&lt;/text&gt;&lt;text x='0' y='64' fontSize='14.5' fill='#3A4A58' fontFamily='Microsoft YaHei'&gt;· 第 71 节 · 射击：Bullet 类与开火&lt;/text&gt;&lt;text x='0' y='94' fontSize='14.5' fill='#3A4A58' fontFamily='Microsoft YaHei'&gt;· 第 72 节 · 外星舰队与整体移动&lt;/text&gt;&lt;text x='0' y='124' fontSize='14.5' fill='#3A4A58' fontFamily='Microsoft YaHei'&gt;· 第 73 节 · 碰撞检测与游戏结束&lt;/text&gt;&lt;text x='0' y='154' fontSize='14.5' fill='#3A4A58' fontFamily='Microsoft YaHei'&gt;· 第 74 节 · 实战、答案与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3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13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射击与外星舰队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13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2026-10-16T00:45:22Z</dcterms:created>
  <dcterms:modified xsi:type="dcterms:W3CDTF">2026-10-16T00:45:22Z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