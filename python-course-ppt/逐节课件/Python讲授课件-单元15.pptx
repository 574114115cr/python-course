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0" Type="http://schemas.openxmlformats.org/officeDocument/2006/relationships/slide" Target="slides/slide10.xml" /><Relationship Id="rId13" Type="http://schemas.openxmlformats.org/officeDocument/2006/relationships/notesMaster" Target="notesMasters/notesMaster1.xml" /><Relationship Id="rId11" Type="http://schemas.openxmlformats.org/officeDocument/2006/relationships/slide" Target="slides/slide11.xml" /><Relationship Id="rId12" Type="http://schemas.openxmlformats.org/officeDocument/2006/relationships/slide" Target="slides/slide12.xml" /><Relationship Id="rId14" Type="http://schemas.openxmlformats.org/officeDocument/2006/relationships/presProps" Target="presProps.xml" /><Relationship Id="rId15" Type="http://schemas.openxmlformats.org/officeDocument/2006/relationships/tableStyles" Target="tableStyles.xml" /><Relationship Id="rId16" Type="http://schemas.openxmlformats.org/officeDocument/2006/relationships/viewProps" Target="viewProps.xml" /><Relationship Id="rId7" Type="http://schemas.openxmlformats.org/officeDocument/2006/relationships/slide" Target="slides/slide7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media/image5.svg" /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image" Target="media/image8.svg" /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image" Target="media/image10.svg" /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1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2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2 · 单元 15&lt;/Text&gt;&#13;&#10;        &lt;Text style={{ fontSize: 38, fontWeight: 'bold', color: '#FFFFFF', marginTop: 6 }}&gt;Matplotlib 生成数据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56.0' width='1152' height='48.0' rx='7' fill='#FFFFFF' /&gt;&lt;text x='16' y='85.0' fontSize='15' fontWeight='bold' fill='#1F5FA8' fontFamily='Microsoft YaHei'&gt;第 79 节&lt;/text&gt;&lt;text x='96' y='85.0' fontSize='15' fill='#16232E' fontFamily='Microsoft YaHei'&gt;Matplotlib 入门与折线图&lt;/text&gt;&lt;text x='1080' y='85.0' fontSize='13' fill='#5A6B7A' textAnchor='end' fontFamily='Microsoft YaHei'&gt;W18&lt;/text&gt;&lt;rect x='0' y='135.2' width='1152' height='48.0' rx='7' fill='#F2F7FD' /&gt;&lt;text x='16' y='164.2' fontSize='15' fontWeight='bold' fill='#1F5FA8' fontFamily='Microsoft YaHei'&gt;第 80 节&lt;/text&gt;&lt;text x='96' y='164.2' fontSize='15' fill='#16232E' fontFamily='Microsoft YaHei'&gt;散点图与自动计算数据&lt;/text&gt;&lt;text x='1080' y='164.2' fontSize='13' fill='#5A6B7A' textAnchor='end' fontFamily='Microsoft YaHei'&gt;W18&lt;/text&gt;&lt;rect x='0' y='214.4' width='1152' height='48.0' rx='7' fill='#FFFFFF' /&gt;&lt;text x='16' y='243.4' fontSize='15' fontWeight='bold' fill='#1F5FA8' fontFamily='Microsoft YaHei'&gt;第 81 节&lt;/text&gt;&lt;text x='96' y='243.4' fontSize='15' fill='#16232E' fontFamily='Microsoft YaHei'&gt;★ 校正绘图、刻度与颜色映射&lt;/text&gt;&lt;text x='1080' y='243.4' fontSize='13' fill='#5A6B7A' textAnchor='end' fontFamily='Microsoft YaHei'&gt;W18&lt;/text&gt;&lt;rect x='0' y='293.6' width='1152' height='48.0' rx='7' fill='#F2F7FD' /&gt;&lt;text x='16' y='322.6' fontSize='15' fontWeight='bold' fill='#1F5FA8' fontFamily='Microsoft YaHei'&gt;第 82 节&lt;/text&gt;&lt;text x='96' y='322.6' fontSize='15' fill='#16232E' fontFamily='Microsoft YaHei'&gt;随机游走 RandomWalk 类&lt;/text&gt;&lt;text x='1080' y='322.6' fontSize='13' fill='#5A6B7A' textAnchor='end' fontFamily='Microsoft YaHei'&gt;W18&lt;/text&gt;&lt;rect x='0' y='372.8' width='1152' height='48.0' rx='7' fill='#FFFFFF' /&gt;&lt;text x='16' y='401.8' fontSize='15' fontWeight='bold' fill='#1F5FA8' fontFamily='Microsoft YaHei'&gt;第 83 节&lt;/text&gt;&lt;text x='96' y='401.8' fontSize='15' fill='#16232E' fontFamily='Microsoft YaHei'&gt;Plotly 掷骰子与动手实战&lt;/text&gt;&lt;text x='1080' y='401.8' fontSize='13' fill='#5A6B7A' textAnchor='end' fontFamily='Microsoft YaHei'&gt;W18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5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15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Matplotlib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生成数据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15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9 / 111 节&lt;/Text&gt;&#13;&#10;        &lt;/Box&gt;&#13;&#10;        &lt;Text style={{ fontSize: 30, fontWeight: 'bold', color: '#16232E' }}&gt;Matplotlib 入门与折线图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fig, ax = plt.subplots() 画折线图；知道为什么该用面向对象写法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画出第一条折线图并加标签&lt;/text&gt;&lt;text x='84' y='338.75' fontSize='14.5' fill='#3A4A58' textAnchor='start' fontFamily='Microsoft YaHei'&gt;· 把 plt.plot() 写法改成 fig, ax 写法对比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装好 matplotlib 并画出第一张图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5 · 第 7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3242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Matplotlib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入门与折线图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9 节&lt;/Text&gt;&#13;&#10;        &lt;/Box&gt;&#13;&#10;        &lt;Text style={{ fontSize: 30, fontWeight: 'bold', color: '#16232E' }}&gt;核心知识点&lt;/Text&gt;&#13;&#10;        &lt;Text style={{ fontSize: 15, color: '#5A6B7A', marginTop: 10 }}&gt;· Matplotlib 入门与折线图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选型：静态图还是交互图&lt;/text&gt;&lt;text x='82' y='169.0' fontSize='13' fill='#3A4A58' textAnchor='start' fontFamily='Microsoft YaHei'&gt;· ★ 无图形界面的环境怎么办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面向对象：fig, ax = plt.subplo…&lt;/text&gt;&lt;text x='686' y='169.0' fontSize='13' fill='#3A4A58' textAnchor='start' fontFamily='Microsoft YaHei'&gt;· fig 是画板，ax 是画板上贴好的一张白纸。&lt;/text&gt;&lt;text x='686' y='197.5' fontSize='13' fill='#3A4A58' textAnchor='start' fontFamily='Microsoft YaHei'&gt;· 中间的逗号叫解包：函数返回元组 (figure, axes)，一句话拆成两个变量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5 · 第 7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95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Matplotlib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入门与折线图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80 / 111 节&lt;/Text&gt;&#13;&#10;        &lt;/Box&gt;&#13;&#10;        &lt;Text style={{ fontSize: 30, fontWeight: 'bold', color: '#16232E' }}&gt;散点图与自动计算数据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 scatter 的 s / c 两件套；会生成随机数据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画一张散点图并设置点大小&lt;/text&gt;&lt;text x='84' y='338.75' fontSize='14.5' fill='#3A4A58' textAnchor='start' fontFamily='Microsoft YaHei'&gt;· 故意不设 s，看点为什么看起来一样大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教材 15.2.4–15.2.6 动手练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5 · 第 8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散点图与自动计算数据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80 节&lt;/Text&gt;&#13;&#10;        &lt;/Box&gt;&#13;&#10;        &lt;Text style={{ fontSize: 30, fontWeight: 'bold', color: '#16232E' }}&gt;核心知识点&lt;/Text&gt;&#13;&#10;        &lt;Text style={{ fontSize: 15, color: '#5A6B7A', marginTop: 10 }}&gt;· 散点图与自动计算数据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折线图细节：线宽、标签、样式&lt;/text&gt;&lt;text x='82' y='169.0' fontSize='13' fill='#3A4A58' textAnchor='start' fontFamily='Microsoft YaHei'&gt;· 内置样式&lt;/text&gt;&lt;text x='82' y='197.5' fontSize='13' fill='#3A4A58' textAnchor='start' fontFamily='Microsoft YaHei'&gt;· ★ figsize 与 dpi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散点图三件套：s=、c=、cmap=&lt;/text&gt;&lt;text x='686' y='169.0' fontSize='13' fill='#3A4A58' textAnchor='start' fontFamily='Microsoft YaHei'&gt;· s=（size）控制面积，单位是「点」。教材里 s=x_values 2 就是为了看得清。&lt;/text&gt;&lt;text x='686' y='197.5' fontSize='13' fill='#3A4A58' textAnchor='start' fontFamily='Microsoft YaHei'&gt;· c=（color）可以传颜色名字（分类），也可以传数值（必须配 cmap=）。&lt;/text&gt;&lt;text x='686' y='226.0' fontSize='13' fill='#3A4A58' textAnchor='start' fontFamily='Microsoft YaHei'&gt;· cmap=（color map）规定「数值怎么翻译成颜色」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5 · 第 8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散点图与自动计算数据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81 / 111 节&lt;/Text&gt;&#13;&#10;        &lt;/Box&gt;&#13;&#10;        &lt;Text style={{ fontSize: 30, fontWeight: 'bold', color: '#16232E' }}&gt;★ 校正绘图、刻度与颜色映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axis() 留边距（最高频的坑）；会定制刻度、颜色与颜色映射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★ 现场演示不调 axis() 时点被裁掉&lt;/text&gt;&lt;text x='84' y='338.75' fontSize='14.5' fill='#3A4A58' textAnchor='start' fontFamily='Microsoft YaHei'&gt;· 用 Blues 渐变画散点图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教材 15.2.7–15.2.10 动手练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5 · 第 8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7528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校正绘图、刻度与颜色映射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81 节&lt;/Text&gt;&#13;&#10;        &lt;/Box&gt;&#13;&#10;        &lt;Text style={{ fontSize: 30, fontWeight: 'bold', color: '#16232E' }}&gt;核心知识点&lt;/Text&gt;&#13;&#10;        &lt;Text style={{ fontSize: 15, color: '#5A6B7A', marginTop: 10 }}&gt;· ★ 校正绘图、刻度与颜色映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5 ★ 校正绘图：给坐标轴留边距&lt;/text&gt;&lt;text x='82' y='169.0' fontSize='13' fill='#3A4A58' textAnchor='start' fontFamily='Microsoft YaHei'&gt;· 解决办法是手动指定范围&lt;/text&gt;&lt;text x='82' y='197.5' fontSize='13' fill='#3A4A58' textAnchor='start' fontFamily='Microsoft YaHei'&gt;· 定制刻度标记。&lt;/text&gt;&lt;text x='82' y='226.0' fontSize='13' fill='#3A4A58' textAnchor='start' fontFamily='Microsoft YaHei'&gt;· ★ set_xticks 与 set_xticklabels 必须配套调用。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6 随机游走：RandomWalk 类&lt;/text&gt;&lt;text x='486' y='169.0' fontSize='13' fill='#3A4A58' textAnchor='start' fontFamily='Microsoft YaHei'&gt;· 随机游走&lt;/text&gt;&lt;text x='486' y='197.5' fontSize='13' fill='#3A4A58' textAnchor='start' fontFamily='Microsoft YaHei'&gt;· ★ 这里最容易错：为什么要「拒绝原地不动」？&lt;/text&gt;&lt;text x='486' y='226.0' fontSize='13' fill='#3A4A58' textAnchor='start' fontFamily='Microsoft YaHei'&gt;· ★ random.seed(42) 是这一章最有工程价值的一行。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7 Plotly 掷骰子：Die 类&lt;/text&gt;&lt;text x='890' y='169.0' fontSize='13' fill='#3A4A58' textAnchor='start' fontFamily='Microsoft YaHei'&gt;· Die 类的设计&lt;/text&gt;&lt;text x='890' y='197.5' fontSize='13' fill='#3A4A58' textAnchor='start' fontFamily='Microsoft YaHei'&gt;· ★ results.count(value) 是本节的关键一招。&lt;/text&gt;&lt;text x='890' y='226.0' fontSize='13' fill='#3A4A58' textAnchor='start' fontFamily='Microsoft YaHei'&gt;· 画分布图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5 · 第 8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952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校正绘图、刻度与颜色映射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82 / 111 节&lt;/Text&gt;&#13;&#10;        &lt;/Box&gt;&#13;&#10;        &lt;Text style={{ fontSize: 30, fontWeight: 'bold', color: '#16232E' }}&gt;随机游走 RandomWalk 类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写 RandomWalk 类并模拟多次游走；理解 fill_walk 拒绝原地不动的逻辑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实现 fill_walk 并画一条路径&lt;/text&gt;&lt;text x='84' y='338.75' fontSize='14.5' fill='#3A4A58' textAnchor='start' fontFamily='Microsoft YaHei'&gt;· 模拟 5000 条路径，保存成 PNG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随机游走图脚本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5 · 第 8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524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随机游走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RandomWalk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类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82 节&lt;/Text&gt;&#13;&#10;        &lt;/Box&gt;&#13;&#10;        &lt;Text style={{ fontSize: 30, fontWeight: 'bold', color: '#16232E' }}&gt;核心知识点&lt;/Text&gt;&#13;&#10;        &lt;Text style={{ fontSize: 15, color: '#5A6B7A', marginTop: 10 }}&gt;· 随机游走 RandomWalk 类&lt;/Text&gt;&#13;&#10;    &lt;/Box&gt;&#13;&#10;    &lt;Box style={{ position: 'absolute', left: 0, top: 0, width: '1280px', height: '720px' }}&gt;&#13;&#10;        &lt;svg width='1280' height='720' viewBox='0 0 1280 720'&gt;&#13;&#10;            &lt;text x='64' y='470' fontSize='14.5' fontWeight='bold' fill='#0E9B78' textAnchor='start' fontFamily='Microsoft YaHei'&gt;本节的代码示例&lt;/text&gt;&lt;text x='64' y='500' fontSize='13' fill='#3A4A58' textAnchor='start' fontFamily='Microsoft YaHei'&gt;· 折线图三连（默认 → 加粗改标签 → 换内置样式）&lt;/text&gt;&lt;text x='468' y='500' fontSize='13' fill='#3A4A58' textAnchor='start' fontFamily='Microsoft YaHei'&gt;· 散点图三件套 + 绘制一系列点&lt;/text&gt;&lt;text x='872' y='500' fontSize='13' fill='#3A4A58' textAnchor='start' fontFamily='Microsoft YaHei'&gt;· ★ 校正绘图与定制刻度（新手最高频的坑）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5 · 第 8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790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随机游走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RandomWalk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类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83 / 111 节&lt;/Text&gt;&#13;&#10;        &lt;/Box&gt;&#13;&#10;        &lt;Text style={{ fontSize: 30, fontWeight: 'bold', color: '#16232E' }}&gt;Plotly 掷骰子与动手实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Plotly 的 Die 类与 px.bar 画直方图；能比较两个骰子的分布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实现 Die 类并掷 1000 次&lt;/text&gt;&lt;text x='84' y='338.75' fontSize='14.5' fill='#3A4A58' textAnchor='start' fontFamily='Microsoft YaHei'&gt;· 同时掷两个面数不同的骰子，对比分布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掷骰子分布图（可交互 HTML）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5 · 第 8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200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Plotly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掷骰子与动手实战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83 节&lt;/Text&gt;&#13;&#10;        &lt;/Box&gt;&#13;&#10;        &lt;Text style={{ fontSize: 30, fontWeight: 'bold', color: '#16232E' }}&gt;核心知识点&lt;/Text&gt;&#13;&#10;        &lt;Text style={{ fontSize: 15, color: '#5A6B7A', marginTop: 10 }}&gt;· Plotly 掷骰子与动手实战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5-1【折线图三连】&lt;/text&gt;&lt;text x='82' y='197.5' fontSize='13' fill='#3A4A58' textAnchor='start' fontFamily='Microsoft YaHei'&gt;· 练习 15-2【散点三件套】&lt;/text&gt;&lt;text x='82' y='226.0' fontSize='13' fill='#3A4A58' textAnchor='start' fontFamily='Microsoft YaHei'&gt;· 练习 15-3【校正绘图演练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15-4【可复现的随机游走】&lt;/text&gt;&lt;text x='486' y='197.5' fontSize='13' fill='#3A4A58' textAnchor='start' fontFamily='Microsoft YaHei'&gt;· 练习 15-5【多系列随机游走对照】&lt;/text&gt;&lt;text x='486' y='226.0' fontSize='13' fill='#3A4A58' textAnchor='start' fontFamily='Microsoft YaHei'&gt;· 练习 15-6【骰子实验台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错误 1：★ 忘记校正绘图，点被边框切掉&lt;/text&gt;&lt;text x='890' y='169.0' fontSize='13' fill='#3A4A58' textAnchor='start' fontFamily='Microsoft YaHei'&gt;· 数据范围正好等于坐标轴范围时，&lt;/text&gt;&lt;text x='890' y='188.5' fontSize='13' fill='#3A4A58' textAnchor='start' fontFamily='Microsoft YaHei'&gt;最边缘的点被裁掉一半，像「数据少了两头」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5 · 第 8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47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Plotly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掷骰子与动手实战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5 · 小结与验收&lt;/Text&gt;&#13;&#10;        &lt;Text style={{ fontSize: 16, color: '#5A6B7A', marginTop: 6 }}&gt;Matplotlib 生成数据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79 节 · Matplotlib 入门与折线图&lt;/text&gt;&lt;text x='0' y='64' fontSize='14.5' fill='#3A4A58' fontFamily='Microsoft YaHei'&gt;· 第 80 节 · 散点图与自动计算数据&lt;/text&gt;&lt;text x='0' y='94' fontSize='14.5' fill='#3A4A58' fontFamily='Microsoft YaHei'&gt;· 第 81 节 · ★ 校正绘图、刻度与颜色映射&lt;/text&gt;&lt;text x='0' y='124' fontSize='14.5' fill='#3A4A58' fontFamily='Microsoft YaHei'&gt;· 第 82 节 · 随机游走 RandomWalk 类&lt;/text&gt;&lt;text x='0' y='154' fontSize='14.5' fill='#3A4A58' fontFamily='Microsoft YaHei'&gt;· 第 83 节 · Plotly 掷骰子与动手实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5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15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Matplotlib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生成数据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15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2026-10-29T00:39:34Z</dcterms:created>
  <dcterms:modified xsi:type="dcterms:W3CDTF">2026-10-29T00:39:34Z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