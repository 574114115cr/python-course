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5" Type="http://schemas.openxmlformats.org/officeDocument/2006/relationships/tableStyles" Target="tableStyles.xml" /><Relationship Id="rId14" Type="http://schemas.openxmlformats.org/officeDocument/2006/relationships/presProps" Target="presProps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3" Type="http://schemas.openxmlformats.org/officeDocument/2006/relationships/slide" Target="slides/slide3.xml" /><Relationship Id="rId12" Type="http://schemas.openxmlformats.org/officeDocument/2006/relationships/slide" Target="slides/slide12.xml" /><Relationship Id="rId4" Type="http://schemas.openxmlformats.org/officeDocument/2006/relationships/slide" Target="slides/slide4.xml" /><Relationship Id="rId13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2&lt;/Text&gt;&#13;&#10;        &lt;Text style={{ fontSize: 38, fontWeight: 'bold', color: '#FFFFFF', marginTop: 6 }}&gt;Pygame 起步与飞船驾驶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65 节&lt;/text&gt;&lt;text x='96' y='85.0' fontSize='15' fill='#16232E' fontFamily='Microsoft YaHei'&gt;项目规划与安装 Pygame&lt;/text&gt;&lt;text x='1080' y='85.0' fontSize='13' fill='#5A6B7A' textAnchor='end' fontFamily='Microsoft YaHei'&gt;W14&lt;/text&gt;&lt;rect x='0' y='135.2' width='1152' height='48.0' rx='7' fill='#F2F7FD' /&gt;&lt;text x='16' y='164.2' fontSize='15' fontWeight='bold' fill='#1F5FA8' fontFamily='Microsoft YaHei'&gt;第 66 节&lt;/text&gt;&lt;text x='96' y='164.2' fontSize='15' fill='#16232E' fontFamily='Microsoft YaHei'&gt;主循环、帧率与事件驱动&lt;/text&gt;&lt;text x='1080' y='164.2' fontSize='13' fill='#5A6B7A' textAnchor='end' fontFamily='Microsoft YaHei'&gt;W14&lt;/text&gt;&lt;rect x='0' y='214.4' width='1152' height='48.0' rx='7' fill='#FFFFFF' /&gt;&lt;text x='16' y='243.4' fontSize='15' fontWeight='bold' fill='#1F5FA8' fontFamily='Microsoft YaHei'&gt;第 67 节&lt;/text&gt;&lt;text x='96' y='243.4' fontSize='15' fill='#16232E' fontFamily='Microsoft YaHei'&gt;Settings 类与屏幕矩形&lt;/text&gt;&lt;text x='1080' y='243.4' fontSize='13' fill='#5A6B7A' textAnchor='end' fontFamily='Microsoft YaHei'&gt;W14&lt;/text&gt;&lt;rect x='0' y='293.6' width='1152' height='48.0' rx='7' fill='#F2F7FD' /&gt;&lt;text x='16' y='322.6' fontSize='15' fontWeight='bold' fill='#1F5FA8' fontFamily='Microsoft YaHei'&gt;第 68 节&lt;/text&gt;&lt;text x='96' y='322.6' fontSize='15' fill='#16232E' fontFamily='Microsoft YaHei'&gt;驾驶飞船：标志位与边界&lt;/text&gt;&lt;text x='1080' y='322.6' fontSize='13' fill='#5A6B7A' textAnchor='end' fontFamily='Microsoft YaHei'&gt;W14&lt;/text&gt;&lt;rect x='0' y='372.8' width='1152' height='48.0' rx='7' fill='#FFFFFF' /&gt;&lt;text x='16' y='401.8' fontSize='15' fontWeight='bold' fill='#1F5FA8' fontFamily='Microsoft YaHei'&gt;第 69 节&lt;/text&gt;&lt;text x='96' y='401.8' fontSize='15' fill='#16232E' fontFamily='Microsoft YaHei'&gt;重构、错误自查与验收&lt;/text&gt;&lt;text x='1080' y='401.8' fontSize='13' fill='#5A6B7A' textAnchor='end' fontFamily='Microsoft YaHei'&gt;W14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2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12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Pygame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起步与飞船驾驶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5 / 111 节&lt;/Text&gt;&#13;&#10;        &lt;/Box&gt;&#13;&#10;        &lt;Text style={{ fontSize: 30, fontWeight: 'bold', color: '#16232E' }}&gt;项目规划与安装 Pygam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知道为什么一个游戏要拆成三个文件；装好 Pygame 并跑出第一个窗口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跑通 SDL_VIDEODRIVER=dummy 验证环境&lt;/text&gt;&lt;text x='84' y='338.75' fontSize='14.5' fill='#3A4A58' textAnchor='start' fontFamily='Microsoft YaHei'&gt;· 画出自己项目的三个文件结构&lt;/text&gt;&lt;text x='84' y='369.5' fontSize='14.5' fill='#3A4A58' textAnchor='start' fontFamily='Microsoft YaHei'&gt;· 把 hello_world 改成自己的项目骨架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建立 alien_invasion 仓库并首次 commit&lt;/text&gt;&lt;text x='674' y='338.75' fontSize='14.5' fill='#3A4A58' textAnchor='start' fontFamily='Microsoft YaHei'&gt;· 产出：能弹出窗口的空项目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38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项目规划与安装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Pygame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5 节&lt;/Text&gt;&#13;&#10;        &lt;/Box&gt;&#13;&#10;        &lt;Text style={{ fontSize: 30, fontWeight: 'bold', color: '#16232E' }}&gt;核心知识点&lt;/Text&gt;&#13;&#10;        &lt;Text style={{ fontSize: 15, color: '#5A6B7A', marginTop: 10 }}&gt;· 项目规划与安装 Pygame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规划项目：为什么一个游戏要拆成三个文件&lt;/text&gt;&lt;text x='82' y='169.0' fontSize='13' fill='#3A4A58' textAnchor='start' fontFamily='Microsoft YaHei'&gt;· 这条分工原则是整个项目的地基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安装 Pygame 与一个重要的环境提醒&lt;/text&gt;&lt;text x='686' y='169.0' fontSize='13' fill='#3A4A58' textAnchor='start' fontFamily='Microsoft YaHei'&gt;· 教材用的是 pygame，装它就行。社区有个更新更勤的分支 pygame-ce，API&lt;/text&gt;&lt;text x='686' y='188.5' fontSize='13' fill='#3A4A58' textAnchor='start' fontFamily='Microsoft YaHei'&gt;完全一致…&lt;/text&gt;&lt;text x='686' y='217.0' fontSize='13' fill='#3A4A58' textAnchor='start' fontFamily='Microsoft YaHei'&gt;· 验证安装：python -c &quot;import pygame; print(pygame.ver)&quot;…&lt;/text&gt;&lt;text x='686' y='245.5' fontSize='13' fill='#3A4A58' textAnchor='start' fontFamily='Microsoft YaHei'&gt;· 环境提醒（重要，先看再跑代码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项目规划与安装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Pygame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6 / 111 节&lt;/Text&gt;&#13;&#10;        &lt;/Box&gt;&#13;&#10;        &lt;Text style={{ fontSize: 30, fontWeight: 'bold', color: '#16232E' }}&gt;主循环、帧率与事件驱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while True 主循环的四步；知道帧率为什么必须锁；看懂事件驱动模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手画主循环四步并对照代码&lt;/text&gt;&lt;text x='84' y='338.75' fontSize='14.5' fill='#3A4A58' textAnchor='start' fontFamily='Microsoft YaHei'&gt;· 把 tick(60) 改成 tick(5)，观察游戏变慢&lt;/text&gt;&lt;text x='84' y='369.5' fontSize='14.5' fill='#3A4A58' textAnchor='start' fontFamily='Microsoft YaHei'&gt;· 故意让程序不处理退出事件，试着关不掉窗口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一个会响应按键和退出的窗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主循环、帧率与事件驱动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6 节&lt;/Text&gt;&#13;&#10;        &lt;/Box&gt;&#13;&#10;        &lt;Text style={{ fontSize: 30, fontWeight: 'bold', color: '#16232E' }}&gt;核心知识点&lt;/Text&gt;&#13;&#10;        &lt;Text style={{ fontSize: 15, color: '#5A6B7A', marginTop: 10 }}&gt;· 主循环、帧率与事件驱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帧率：为什么你的游戏在别人电脑上会「加速」&lt;/text&gt;&lt;text x='82' y='169.0' fontSize='13' fill='#3A4A58' textAnchor='start' fontFamily='Microsoft YaHei'&gt;· while True 有个隐藏问题：它转多快，完全由电脑的 CPU 和显卡决定。&lt;/text&gt;&lt;text x='82' y='197.5' fontSize='13' fill='#3A4A58' textAnchor='start' fontFamily='Microsoft YaHei'&gt;· tick(60) 的意思是：这一圈的活儿 5 毫秒就干完了，就主动睡大约 11.67 毫秒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事件驱动：游戏像一个前台接待&lt;/text&gt;&lt;text x='686' y='169.0' fontSize='13' fill='#3A4A58' textAnchor='start' fontFamily='Microsoft YaHei'&gt;· pygame.event.get() 取的是「积压的所有事件」，不是「刚刚发生的那一个」…&lt;/text&gt;&lt;text x='686' y='197.5' fontSize='13' fill='#3A4A58' textAnchor='start' fontFamily='Microsoft YaHei'&gt;· 每张表有类型：event.type。最常用的几种：&lt;/text&gt;&lt;text x='686' y='226.0' fontSize='13' fill='#3A4A58' textAnchor='start' fontFamily='Microsoft YaHei'&gt;· 同一次按键，还带细节：event.key 告诉你具体是哪个键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主循环、帧率与事件驱动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7 / 111 节&lt;/Text&gt;&#13;&#10;        &lt;/Box&gt;&#13;&#10;        &lt;Text style={{ fontSize: 30, fontWeight: 'bold', color: '#16232E' }}&gt;Settings 类与屏幕矩形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所有会变的数值集中到 Settings；理解 screen_rect 的作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散落各处的数字全搬进 Settings&lt;/text&gt;&lt;text x='84' y='338.75' fontSize='14.5' fill='#3A4A58' textAnchor='start' fontFamily='Microsoft YaHei'&gt;· 打印 screen_rect 四个属性&lt;/text&gt;&lt;text x='84' y='369.5' fontSize='14.5' fill='#3A4A58' textAnchor='start' fontFamily='Microsoft YaHei'&gt;· 故意改错屏幕宽高，观察窗口变形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settings.py 定稿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9813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Settings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类与屏幕矩形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7 节&lt;/Text&gt;&#13;&#10;        &lt;/Box&gt;&#13;&#10;        &lt;Text style={{ fontSize: 30, fontWeight: 'bold', color: '#16232E' }}&gt;核心知识点&lt;/Text&gt;&#13;&#10;        &lt;Text style={{ fontSize: 15, color: '#5A6B7A', marginTop: 10 }}&gt;· Settings 类与屏幕矩形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Settings 类：把「会变的数值」集中管理&lt;/text&gt;&lt;text x='82' y='169.0' fontSize='13' fill='#3A4A58' textAnchor='start' fontFamily='Microsoft YaHei'&gt;· 游戏里有一类数天生善变：窗口尺寸、背景色、飞船速度。&lt;/text&gt;&lt;text x='82' y='197.5' fontSize='13' fill='#3A4A58' textAnchor='start' fontFamily='Microsoft YaHei'&gt;· 想换黑色背景、想把飞船速度从 1.5 调到 3，只改 settings.py 一处，&lt;/text&gt;&lt;text x='82' y='217.0' fontSize='13' fill='#3A4A58' textAnchor='start' fontFamily='Microsoft YaHei'&gt;全游戏生效。&lt;/text&gt;&lt;text x='82' y='245.5' fontSize='13' fill='#3A4A58' textAnchor='start' fontFamily='Microsoft YaHei'&gt;· Settings 就像空调遥控器——没有它，调温度得爬进墙里拨码盘；有了它，温度、&lt;/text&gt;&lt;text x='82' y='265.0' fontSize='13' fill='#3A4A58' textAnchor='start' fontFamily='Microsoft YaHei'&gt;模式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screen_rect：让飞船知道自己「站在哪」&lt;/text&gt;&lt;text x='686' y='169.0' fontSize='13' fill='#3A4A58' textAnchor='start' fontFamily='Microsoft YaHei'&gt;· rect.x、rect.y 以及四个边缘坐标只能存整数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33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Settings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类与屏幕矩形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8 / 111 节&lt;/Text&gt;&#13;&#10;        &lt;/Box&gt;&#13;&#10;        &lt;Text style={{ fontSize: 30, fontWeight: 'bold', color: '#16232E' }}&gt;驾驶飞船：标志位与边界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用 moving_right 标志位实现持续移动；用 screen_rect 限制活动范围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实现左右移动（不许看答案）&lt;/text&gt;&lt;text x='84' y='338.75' fontSize='14.5' fill='#3A4A58' textAnchor='start' fontFamily='Microsoft YaHei'&gt;· 故意删掉边界判断，看飞船飞出屏幕&lt;/text&gt;&lt;text x='84' y='369.5' fontSize='14.5' fill='#3A4A58' textAnchor='start' fontFamily='Microsoft YaHei'&gt;· 把飞船速度改成 3，观察手感变化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2.6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驾驶飞船：标志位与边界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8 节&lt;/Text&gt;&#13;&#10;        &lt;/Box&gt;&#13;&#10;        &lt;Text style={{ fontSize: 30, fontWeight: 'bold', color: '#16232E' }}&gt;核心知识点&lt;/Text&gt;&#13;&#10;        &lt;Text style={{ fontSize: 15, color: '#5A6B7A', marginTop: 10 }}&gt;· 驾驶飞船：标志位与边界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8 驾驶飞船：moving_right 标志位与持续移动&lt;/text&gt;&lt;text x='82' y='169.0' fontSize='13' fill='#3A4A58' textAnchor='start' fontFamily='Microsoft YaHei'&gt;· 为什么用 self.x 浮点记账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9 重构 _check_events() 和 _upd…&lt;/text&gt;&lt;text x='686' y='169.0' fontSize='13' fill='#3A4A58' textAnchor='start' fontFamily='Microsoft YaHei'&gt;· 店长不用知道每道菜怎么炒，他只管四点名——「听客人点单、让厨师做菜、上菜、&lt;/text&gt;&lt;text x='686' y='188.5' fontSize='13' fill='#3A4A58' textAnchor='start' fontFamily='Microsoft YaHei'&gt;控制上菜节奏」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驾驶飞船：标志位与边界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9 / 111 节&lt;/Text&gt;&#13;&#10;        &lt;/Box&gt;&#13;&#10;        &lt;Text style={{ fontSize: 30, fontWeight: 'bold', color: '#16232E' }}&gt;重构、错误自查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主循环里的逻辑下沉到 _check_events() / _update_screen()；逐条自查常见错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主循环拆成两个方法&lt;/text&gt;&lt;text x='84' y='338.75' fontSize='14.5' fill='#3A4A58' textAnchor='start' fontFamily='Microsoft YaHei'&gt;· 逐条演示六、里的每个错误并修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能驾驶、能退出的 alien_invasion 雏形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重构、错误自查与验收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9 节&lt;/Text&gt;&#13;&#10;        &lt;/Box&gt;&#13;&#10;        &lt;Text style={{ fontSize: 30, fontWeight: 'bold', color: '#16232E' }}&gt;核心知识点&lt;/Text&gt;&#13;&#10;        &lt;Text style={{ fontSize: 15, color: '#5A6B7A', marginTop: 10 }}&gt;· 重构、错误自查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2-1【给 Settings 增加两组设置】&lt;/text&gt;&lt;text x='82' y='197.5' fontSize='13' fill='#3A4A58' textAnchor='start' fontFamily='Microsoft YaHei'&gt;· 练习 12-2【按键切换背景色】&lt;/text&gt;&lt;text x='82' y='226.0' fontSize='13' fill='#3A4A58' textAnchor='start' fontFamily='Microsoft YaHei'&gt;· 练习 12-3【飞船撞墙就停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2-4【让飞船也能上下移动】（教材未涉及，&lt;/text&gt;&lt;text x='486' y='188.5' fontSize='13' fill='#3A4A58' textAnchor='start' fontFamily='Microsoft YaHei'&gt;补充说明）&lt;/text&gt;&lt;text x='486' y='217.0' fontSize='13' fill='#3A4A58' textAnchor='start' fontFamily='Microsoft YaHei'&gt;· 练习 12-5【写一个帧率观察器】&lt;/text&gt;&lt;text x='486' y='245.5' fontSize='13' fill='#3A4A58' textAnchor='start' fontFamily='Microsoft YaHei'&gt;· 练习 12-6【把臃肿的主循环重构成两个辅助方法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2-1&lt;/text&gt;&lt;text x='890' y='169.0' fontSize='13' fill='#3A4A58' textAnchor='start' fontFamily='Microsoft YaHei'&gt;· 这两组设置现在虽然还没被用到，但第 13&lt;/text&gt;&lt;text x='890' y='188.5' fontSize='13' fill='#3A4A58' textAnchor='start' fontFamily='Microsoft YaHei'&gt;章会原样接手——这就是提前规划的回报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settings.py——把会变的数值集中管理&lt;/text&gt;&lt;text x='468' y='500' fontSize='13' fill='#3A4A58' textAnchor='start' fontFamily='Microsoft YaHei'&gt;· alien_invasion.py——最小窗口骨架&lt;/text&gt;&lt;text x='872' y='500' fontSize='13' fill='#3A4A58' textAnchor='start' fontFamily='Microsoft YaHei'&gt;· event_observer.py——亲眼看看「事件队列」里有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重构、错误自查与验收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2 · 小结与验收&lt;/Text&gt;&#13;&#10;        &lt;Text style={{ fontSize: 16, color: '#5A6B7A', marginTop: 6 }}&gt;Pygame 起步与飞船驾驶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65 节 · 项目规划与安装 Pygame&lt;/text&gt;&lt;text x='0' y='64' fontSize='14.5' fill='#3A4A58' fontFamily='Microsoft YaHei'&gt;· 第 66 节 · 主循环、帧率与事件驱动&lt;/text&gt;&lt;text x='0' y='94' fontSize='14.5' fill='#3A4A58' fontFamily='Microsoft YaHei'&gt;· 第 67 节 · Settings 类与屏幕矩形&lt;/text&gt;&lt;text x='0' y='124' fontSize='14.5' fill='#3A4A58' fontFamily='Microsoft YaHei'&gt;· 第 68 节 · 驾驶飞船：标志位与边界&lt;/text&gt;&lt;text x='0' y='154' fontSize='14.5' fill='#3A4A58' fontFamily='Microsoft YaHei'&gt;· 第 69 节 · 重构、错误自查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2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12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Pygame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起步与飞船驾驶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2026-10-29T00:37:43Z</dcterms:created>
  <dcterms:modified xsi:type="dcterms:W3CDTF">2026-10-29T00:37:43Z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