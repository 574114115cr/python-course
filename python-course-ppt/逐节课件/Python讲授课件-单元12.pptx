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tableStyles" Target="tableStyles.xml"/><Relationship Id="rId1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12 · 单元 12 · Pygame 起步与飞船驾驶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65 节 项目规划与安装 Pygame</a:t>
            </a:r>
          </a:p>
          <a:p>
            <a:r>
              <a:rPr lang="zh-CN" dirty="0"/>
              <a:t>· 第 66 节 主循环、帧率与事件驱动</a:t>
            </a:r>
          </a:p>
          <a:p>
            <a:r>
              <a:rPr lang="zh-CN" dirty="0"/>
              <a:t>· 第 67 节 Settings 类与屏幕矩形</a:t>
            </a:r>
          </a:p>
          <a:p>
            <a:r>
              <a:rPr lang="zh-CN" dirty="0"/>
              <a:t>· 第 68 节 驾驶飞船：标志位与边界</a:t>
            </a:r>
          </a:p>
          <a:p>
            <a:r>
              <a:rPr lang="zh-CN" dirty="0"/>
              <a:t>· 第 69 节 重构、错误自查与验收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65 节 · 项目规划与安装 Pygame</a:t>
            </a:r>
          </a:p>
          <a:p>
            <a:r>
              <a:rPr lang="zh-CN" dirty="0"/>
              <a:t>单元 12 · Pygame 起步与飞船驾驶 · W14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学习目标：知道为什么一个游戏要拆成三个文件；装好 Pygame 并跑出第一个窗口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跑通 SDL_VIDEODRIVER=dummy 验证环境</a:t>
            </a:r>
          </a:p>
          <a:p>
            <a:r>
              <a:rPr lang="zh-CN" dirty="0"/>
              <a:t>· 画出自己项目的三个文件结构</a:t>
            </a:r>
          </a:p>
          <a:p>
            <a:r>
              <a:rPr lang="zh-CN" dirty="0"/>
              <a:t>· 把 hello_world 改成自己的项目骨架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建立 alien_invasion 仓库并首次 commit</a:t>
            </a:r>
          </a:p>
          <a:p>
            <a:r>
              <a:rPr lang="zh-CN" dirty="0"/>
              <a:t>· 产出：能弹出窗口的空项目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65 节 · 核心知识点：项目规划与安装 Pygame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本节目标：知道为什么一个游戏要拆成三个文件；装好 Pygame 并跑出第一个窗口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66 节 · 主循环、帧率与事件驱动</a:t>
            </a:r>
          </a:p>
          <a:p>
            <a:r>
              <a:rPr lang="zh-CN" dirty="0"/>
              <a:t>单元 12 · Pygame 起步与飞船驾驶 · W14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 `while True` 主循环的四步；知道帧率为什么必须锁；看懂事件驱动模型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手画主循环四步并对照代码</a:t>
            </a:r>
          </a:p>
          <a:p>
            <a:r>
              <a:rPr lang="zh-CN" dirty="0"/>
              <a:t>· 把 tick(60) 改成 tick(5)，观察游戏变慢</a:t>
            </a:r>
          </a:p>
          <a:p>
            <a:r>
              <a:rPr lang="zh-CN" dirty="0"/>
              <a:t>· 故意让程序不处理退出事件，试着关不掉窗口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产出：一个会响应按键和退出的窗口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66 节 · 核心知识点：主循环、帧率与事件驱动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 `while True` 主循环的四步；知道帧率为什么必须锁；看懂事件驱动模型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67 节 · Settings 类与屏幕矩形</a:t>
            </a:r>
          </a:p>
          <a:p>
            <a:r>
              <a:rPr lang="zh-CN" dirty="0"/>
              <a:t>单元 12 · Pygame 起步与飞船驾驶 · W14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学习目标：把所有会变的数值集中到 Settings；理解 screen_rect 的作用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把散落各处的数字全搬进 Settings</a:t>
            </a:r>
          </a:p>
          <a:p>
            <a:r>
              <a:rPr lang="zh-CN" dirty="0"/>
              <a:t>· 打印 screen_rect 四个属性</a:t>
            </a:r>
          </a:p>
          <a:p>
            <a:r>
              <a:rPr lang="zh-CN" dirty="0"/>
              <a:t>· 故意改错屏幕宽高，观察窗口变形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产出：settings.py 定稿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67 节 · 核心知识点：Settings 类与屏幕矩形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本节目标：把所有会变的数值集中到 Settings；理解 screen_rect 的作用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68 节 · 驾驶飞船：标志位与边界</a:t>
            </a:r>
          </a:p>
          <a:p>
            <a:r>
              <a:rPr lang="zh-CN" dirty="0"/>
              <a:t>单元 12 · Pygame 起步与飞船驾驶 · W14–W15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学习目标：用 moving_right 标志位实现持续移动；用 screen_rect 限制活动范围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现场实现左右移动（不许看答案）</a:t>
            </a:r>
          </a:p>
          <a:p>
            <a:r>
              <a:rPr lang="zh-CN" dirty="0"/>
              <a:t>· 故意删掉边界判断，看飞船飞出屏幕</a:t>
            </a:r>
          </a:p>
          <a:p>
            <a:r>
              <a:rPr lang="zh-CN" dirty="0"/>
              <a:t>· 把飞船速度改成 3，观察手感变化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12.6 全部动手练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68 节 · 核心知识点：驾驶飞船：标志位与边界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本节目标：用 moving_right 标志位实现持续移动；用 screen_rect 限制活动范围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69 节 · 重构、错误自查与验收</a:t>
            </a:r>
          </a:p>
          <a:p>
            <a:r>
              <a:rPr lang="zh-CN" dirty="0"/>
              <a:t>单元 12 · Pygame 起步与飞船驾驶 · W15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学习目标：把主循环里的逻辑下沉到 `_check_events()` / `_update_screen()`；逐条自查常见错误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把主循环拆成两个方法</a:t>
            </a:r>
          </a:p>
          <a:p>
            <a:r>
              <a:rPr lang="zh-CN" dirty="0"/>
              <a:t>· 逐条演示六、里的每个错误并修复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产出：能驾驶、能退出的 alien_invasion 雏形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69 节 · 核心知识点：重构、错误自查与验收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本节目标：把主循环里的逻辑下沉到 `_check_events()` / `_update_screen()`；逐条自查常见错误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12 小结 · 单元 12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2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2 · 单元 12&lt;/Text&gt;&#13;&#10;        &lt;Text style={{ fontSize: 38, fontWeight: 'bold', color: '#FFFFFF', marginTop: 6 }}&gt;Pygame 起步与飞船驾驶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5 节课&lt;/text&gt;&#13;&#10;            &lt;rect x='0' y='196' width='1152' height='38' rx='7' fill='#FFFFFF' /&gt;&lt;text x='16' y='221' fontSize='15' fontWeight='bold' fill='#1F5FA8' fontFamily='Microsoft YaHei'&gt;第 65 节&lt;/text&gt;&lt;text x='96' y='221' fontSize='15' fill='#16232E' fontFamily='Microsoft YaHei'&gt;项目规划与安装 Pygame&lt;/text&gt;&lt;text x='1080' y='221' fontSize='13' fill='#5A6B7A' textAnchor='end' fontFamily='Microsoft YaHei'&gt;W14&lt;/text&gt;&lt;rect x='0' y='238' width='1152' height='38' rx='7' fill='#F2F7FD' /&gt;&lt;text x='16' y='263' fontSize='15' fontWeight='bold' fill='#1F5FA8' fontFamily='Microsoft YaHei'&gt;第 66 节&lt;/text&gt;&lt;text x='96' y='263' fontSize='15' fill='#16232E' fontFamily='Microsoft YaHei'&gt;主循环、帧率与事件驱动&lt;/text&gt;&lt;text x='1080' y='263' fontSize='13' fill='#5A6B7A' textAnchor='end' fontFamily='Microsoft YaHei'&gt;W14&lt;/text&gt;&lt;rect x='0' y='280' width='1152' height='38' rx='7' fill='#FFFFFF' /&gt;&lt;text x='16' y='305' fontSize='15' fontWeight='bold' fill='#1F5FA8' fontFamily='Microsoft YaHei'&gt;第 67 节&lt;/text&gt;&lt;text x='96' y='305' fontSize='15' fill='#16232E' fontFamily='Microsoft YaHei'&gt;Settings 类与屏幕矩形&lt;/text&gt;&lt;text x='1080' y='305' fontSize='13' fill='#5A6B7A' textAnchor='end' fontFamily='Microsoft YaHei'&gt;W14&lt;/text&gt;&lt;rect x='0' y='322' width='1152' height='38' rx='7' fill='#F2F7FD' /&gt;&lt;text x='16' y='347' fontSize='15' fontWeight='bold' fill='#1F5FA8' fontFamily='Microsoft YaHei'&gt;第 68 节&lt;/text&gt;&lt;text x='96' y='347' fontSize='15' fill='#16232E' fontFamily='Microsoft YaHei'&gt;驾驶飞船：标志位与边界&lt;/text&gt;&lt;text x='1080' y='347' fontSize='13' fill='#5A6B7A' textAnchor='end' fontFamily='Microsoft YaHei'&gt;W14&lt;/text&gt;&lt;rect x='0' y='364' width='1152' height='38' rx='7' fill='#FFFFFF' /&gt;&lt;text x='16' y='389' fontSize='15' fontWeight='bold' fill='#1F5FA8' fontFamily='Microsoft YaHei'&gt;第 69 节&lt;/text&gt;&lt;text x='96' y='389' fontSize='15' fill='#16232E' fontFamily='Microsoft YaHei'&gt;重构、错误自查与验收&lt;/text&gt;&lt;text x='1080' y='389' fontSize='13' fill='#5A6B7A' textAnchor='end' fontFamily='Microsoft YaHei'&gt;W14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12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12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Pygame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起步与飞船驾驶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01350" y="6496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12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65 / 111 节&lt;/Text&gt;&#13;&#10;        &lt;/Box&gt;&#13;&#10;        &lt;Text style={{ fontSize: 30, fontWeight: 'bold', color: '#16232E' }}&gt;项目规划与安装 Pygame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知道为什么一个游戏要拆成三个文件；装好 Pygame 并跑出第一个窗口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跑通 SDL_VIDEODRIVER=dummy 验证环境&lt;/text&gt;&lt;text x='84' y='338.75' fontSize='14.5' fill='#3A4A58' textAnchor='start' fontFamily='Microsoft YaHei'&gt;· 画出自己项目的三个文件结构&lt;/text&gt;&lt;text x='84' y='369.5' fontSize='14.5' fill='#3A4A58' textAnchor='start' fontFamily='Microsoft YaHei'&gt;· 把 hello_world 改成自己的项目骨架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建立 alien_invasion 仓库并首次 commit&lt;/text&gt;&lt;text x='674' y='338.75' fontSize='14.5' fill='#3A4A58' textAnchor='start' fontFamily='Microsoft YaHei'&gt;· 产出：能弹出窗口的空项目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2 · 第 6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65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238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项目规划与安装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Pygame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65 节&lt;/Text&gt;&#13;&#10;        &lt;/Box&gt;&#13;&#10;        &lt;Text style={{ fontSize: 30, fontWeight: 'bold', color: '#16232E' }}&gt;核心知识点&lt;/Text&gt;&#13;&#10;        &lt;Text style={{ fontSize: 15, color: '#5A6B7A', marginTop: 10 }}&gt;· 项目规划与安装 Pygame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规划项目：为什么一个游戏要拆成三个文件&lt;/text&gt;&lt;text x='82' y='169.0' fontSize='13' fill='#3A4A58' textAnchor='start' fontFamily='Microsoft YaHei'&gt;· 这条分工原则是整个项目的地基：主循环保持「薄」，逻辑下沉到各个类。第 13 章加&lt;/text&gt;&lt;text x='82' y='188.5' fontSize='13' fill='#3A4A58' textAnchor='start' fontFamily='Microsoft YaHei'&gt;入子弹和外星人时，只要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安装 Pygame 与一个重要的环境提醒&lt;/text&gt;&lt;text x='686' y='169.0' fontSize='13' fill='#3A4A58' textAnchor='start' fontFamily='Microsoft YaHei'&gt;· 教材用的是 pygame，装它就行。社区有个更新更勤的分支 pygame-ce，API 完全一致&lt;/text&gt;&lt;text x='686' y='188.5' fontSize='13' fill='#3A4A58' textAnchor='start' fontFamily='Microsoft YaHei'&gt;，任选…&lt;/text&gt;&lt;text x='686' y='217.0' fontSize='13' fill='#3A4A58' textAnchor='start' fontFamily='Microsoft YaHei'&gt;· 验证安装：python -c &quot;import pygame; print(pygame.ver)&quot;，能…&lt;/text&gt;&lt;text x='686' y='245.5' fontSize='13' fill='#3A4A58' textAnchor='start' fontFamily='Microsoft YaHei'&gt;· 环境提醒（重要，先看再跑代码）：Pygame 要打开真正的操作系统窗口。在服务器、SS&lt;/text&gt;&lt;text x='686' y='265.0' fontSize='13' fill='#3A4A58' textAnchor='start' fontFamily='Microsoft YaHei'&gt;H 或某些虚拟环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2 · 第 6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65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项目规划与安装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Pygame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66 / 111 节&lt;/Text&gt;&#13;&#10;        &lt;/Box&gt;&#13;&#10;        &lt;Text style={{ fontSize: 30, fontWeight: 'bold', color: '#16232E' }}&gt;主循环、帧率与事件驱动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理解 while True 主循环的四步；知道帧率为什么必须锁；看懂事件驱动模型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手画主循环四步并对照代码&lt;/text&gt;&lt;text x='84' y='338.75' fontSize='14.5' fill='#3A4A58' textAnchor='start' fontFamily='Microsoft YaHei'&gt;· 把 tick(60) 改成 tick(5)，观察游戏变慢&lt;/text&gt;&lt;text x='84' y='369.5' fontSize='14.5' fill='#3A4A58' textAnchor='start' fontFamily='Microsoft YaHei'&gt;· 故意让程序不处理退出事件，试着关不掉窗口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一个会响应按键和退出的窗口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2 · 第 6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66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主循环、帧率与事件驱动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66 节&lt;/Text&gt;&#13;&#10;        &lt;/Box&gt;&#13;&#10;        &lt;Text style={{ fontSize: 30, fontWeight: 'bold', color: '#16232E' }}&gt;核心知识点&lt;/Text&gt;&#13;&#10;        &lt;Text style={{ fontSize: 15, color: '#5A6B7A', marginTop: 10 }}&gt;· 主循环、帧率与事件驱动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3 游戏主循环：while True 里的四步&lt;/text&gt;&lt;text x='82' y='169.0' fontSize='13' fill='#3A4A58' textAnchor='start' fontFamily='Microsoft YaHei'&gt;· 普通程序「从头跑到尾就结束」；游戏要一直待在原地响&lt;/text&gt;&lt;text x='82' y='188.5' fontSize='13' fill='#3A4A58' textAnchor='start' fontFamily='Microsoft YaHei'&gt;应你。实现方式就是一个死循环，教材叫它主循环（mai&lt;/text&gt;&lt;text x='82' y='208.0' fontSize='13' fill='#3A4A58' textAnchor='start' fontFamily='Microsoft YaHei'&gt;…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4 帧率：为什么你的游戏在别人电脑上会「&lt;/text&gt;&lt;text x='486' y='153' fontSize='15.5' fontWeight='bold' fill='#1F5FA8' textAnchor='start' fontFamily='Microsoft YaHei'&gt;加速」&lt;/text&gt;&lt;text x='486' y='192.0' fontSize='13' fill='#3A4A58' textAnchor='start' fontFamily='Microsoft YaHei'&gt;· while True 有个隐藏问题：它转多快，完全由电脑的 &lt;/text&gt;&lt;text x='486' y='211.5' fontSize='13' fill='#3A4A58' textAnchor='start' fontFamily='Microsoft YaHei'&gt;CPU 和显卡决定。同一份代码，在你的游戏…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5 事件驱动：游戏像一个前台接待&lt;/text&gt;&lt;text x='890' y='169.0' fontSize='13' fill='#3A4A58' textAnchor='start' fontFamily='Microsoft YaHei'&gt;· pygame.event.get() 取的是「积压的所有事件」，不&lt;/text&gt;&lt;text x='890' y='188.5' fontSize='13' fill='#3A4A58' textAnchor='start' fontFamily='Microsoft YaHei'&gt;是「刚刚发生的那一个」。你 1 秒没…&lt;/text&gt;&lt;text x='890' y='217.0' fontSize='13' fill='#3A4A58' textAnchor='start' fontFamily='Microsoft YaHei'&gt;· 每张表有类型：event.type。最常用的几种：&lt;/text&gt;&lt;text x='890' y='245.5' fontSize='13' fill='#3A4A58' textAnchor='start' fontFamily='Microsoft YaHei'&gt;· 同一次按键，还带细节：event.key 告诉你具体是哪个&lt;/text&gt;&lt;text x='890' y='265.0' fontSize='13' fill='#3A4A58' textAnchor='start' fontFamily='Microsoft YaHei'&gt;键，比如 pygame.K_RIGHT（右方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2 · 第 6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66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主循环、帧率与事件驱动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67 / 111 节&lt;/Text&gt;&#13;&#10;        &lt;/Box&gt;&#13;&#10;        &lt;Text style={{ fontSize: 30, fontWeight: 'bold', color: '#16232E' }}&gt;Settings 类与屏幕矩形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把所有会变的数值集中到 Settings；理解 screen_rect 的作用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把散落各处的数字全搬进 Settings&lt;/text&gt;&lt;text x='84' y='338.75' fontSize='14.5' fill='#3A4A58' textAnchor='start' fontFamily='Microsoft YaHei'&gt;· 打印 screen_rect 四个属性&lt;/text&gt;&lt;text x='84' y='369.5' fontSize='14.5' fill='#3A4A58' textAnchor='start' fontFamily='Microsoft YaHei'&gt;· 故意改错屏幕宽高，观察窗口变形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settings.py 定稿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2 · 第 6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67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981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Settings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类与屏幕矩形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67 节&lt;/Text&gt;&#13;&#10;        &lt;/Box&gt;&#13;&#10;        &lt;Text style={{ fontSize: 30, fontWeight: 'bold', color: '#16232E' }}&gt;核心知识点&lt;/Text&gt;&#13;&#10;        &lt;Text style={{ fontSize: 15, color: '#5A6B7A', marginTop: 10 }}&gt;· Settings 类与屏幕矩形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6 Settings 类：把「会变的数值」集中管理&lt;/text&gt;&lt;text x='82' y='169.0' fontSize='13' fill='#3A4A58' textAnchor='start' fontFamily='Microsoft YaHei'&gt;· 游戏里有一类数天生善变：窗口尺寸、背景色、飞船速度。如果把它们写成「散落各处的&lt;/text&gt;&lt;text x='82' y='188.5' fontSize='13' fill='#3A4A58' textAnchor='start' fontFamily='Microsoft YaHei'&gt;小数字」（术语叫魔数）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7 screen_rect：让飞船知道自己「站在哪」&lt;/text&gt;&lt;text x='686' y='169.0' fontSize='13' fill='#3A4A58' textAnchor='start' fontFamily='Microsoft YaHei'&gt;· Pygame 里所有可见元素都用一个矩形（rect）描述位置和大小——可以把它理解成快&lt;/text&gt;&lt;text x='686' y='188.5' fontSize='13' fill='#3A4A58' textAnchor='start' fontFamily='Microsoft YaHei'&gt;递单：写着包裹在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2 · 第 6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67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33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Settings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类与屏幕矩形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68 / 111 节&lt;/Text&gt;&#13;&#10;        &lt;/Box&gt;&#13;&#10;        &lt;Text style={{ fontSize: 30, fontWeight: 'bold', color: '#16232E' }}&gt;驾驶飞船：标志位与边界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用 moving_right 标志位实现持续移动；用 screen_rect 限制活动范围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实现左右移动（不许看答案）&lt;/text&gt;&lt;text x='84' y='338.75' fontSize='14.5' fill='#3A4A58' textAnchor='start' fontFamily='Microsoft YaHei'&gt;· 故意删掉边界判断，看飞船飞出屏幕&lt;/text&gt;&lt;text x='84' y='369.5' fontSize='14.5' fill='#3A4A58' textAnchor='start' fontFamily='Microsoft YaHei'&gt;· 把飞船速度改成 3，观察手感变化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教材 12.6 全部动手练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2 · 第 6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68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驾驶飞船：标志位与边界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68 节&lt;/Text&gt;&#13;&#10;        &lt;/Box&gt;&#13;&#10;        &lt;Text style={{ fontSize: 30, fontWeight: 'bold', color: '#16232E' }}&gt;核心知识点&lt;/Text&gt;&#13;&#10;        &lt;Text style={{ fontSize: 15, color: '#5A6B7A', marginTop: 10 }}&gt;· 驾驶飞船：标志位与边界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8 驾驶飞船：moving_right 标志位与持续移动&lt;/text&gt;&lt;text x='82' y='169.0' fontSize='13' fill='#3A4A58' textAnchor='start' fontFamily='Microsoft YaHei'&gt;· 为什么用 self.x 浮点记账？ pygame.Rect 的坐标只能存整数，赋小数会被取整。把&lt;/text&gt;&lt;text x='82' y='188.5' fontSize='13' fill='#3A4A58' textAnchor='start' fontFamily='Microsoft YaHei'&gt; sh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9 重构 _check_events() 和 _upd…&lt;/text&gt;&lt;text x='686' y='169.0' fontSize='13' fill='#3A4A58' textAnchor='start' fontFamily='Microsoft YaHei'&gt;· 写到 12.6 节，主循环里已经同时躺着事件处理、飞船更新、屏幕绘制三段代码。教材&lt;/text&gt;&lt;text x='686' y='188.5' fontSize='13' fill='#3A4A58' textAnchor='start' fontFamily='Microsoft YaHei'&gt;此时又做了一次重构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2 · 第 6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68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驾驶飞船：标志位与边界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69 / 111 节&lt;/Text&gt;&#13;&#10;        &lt;/Box&gt;&#13;&#10;        &lt;Text style={{ fontSize: 30, fontWeight: 'bold', color: '#16232E' }}&gt;重构、错误自查与验收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把主循环里的逻辑下沉到 _check_events() / _update_screen()；逐条自查常见错误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把主循环拆成两个方法&lt;/text&gt;&lt;text x='84' y='338.75' fontSize='14.5' fill='#3A4A58' textAnchor='start' fontFamily='Microsoft YaHei'&gt;· 逐条演示六、里的每个错误并修复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能驾驶、能退出的 alien_invasion 雏形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2 · 第 6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69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重构、错误自查与验收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69 节&lt;/Text&gt;&#13;&#10;        &lt;/Box&gt;&#13;&#10;        &lt;Text style={{ fontSize: 30, fontWeight: 'bold', color: '#16232E' }}&gt;核心知识点&lt;/Text&gt;&#13;&#10;        &lt;Text style={{ fontSize: 15, color: '#5A6B7A', marginTop: 10 }}&gt;· 重构、错误自查与验收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12-1【给 Settings 增加两组设置】&lt;/text&gt;&lt;text x='82' y='197.5' fontSize='13' fill='#3A4A58' textAnchor='start' fontFamily='Microsoft YaHei'&gt;· 练习 12-2【按键切换背景色】&lt;/text&gt;&lt;text x='82' y='226.0' fontSize='13' fill='#3A4A58' textAnchor='start' fontFamily='Microsoft YaHei'&gt;· 练习 12-3【飞船撞墙就停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12-4【让飞船也能上下移动】（教材未涉及，补充&lt;/text&gt;&lt;text x='486' y='188.5' fontSize='13' fill='#3A4A58' textAnchor='start' fontFamily='Microsoft YaHei'&gt;说明）&lt;/text&gt;&lt;text x='486' y='217.0' fontSize='13' fill='#3A4A58' textAnchor='start' fontFamily='Microsoft YaHei'&gt;· 练习 12-5【写一个帧率观察器】&lt;/text&gt;&lt;text x='486' y='245.5' fontSize='13' fill='#3A4A58' textAnchor='start' fontFamily='Microsoft YaHei'&gt;· 练习 12-6【把臃肿的主循环重构成两个辅助方法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12-1&lt;/text&gt;&lt;text x='890' y='169.0' fontSize='13' fill='#3A4A58' textAnchor='start' fontFamily='Microsoft YaHei'&gt;· class Settings:&lt;/text&gt;&lt;text x='64' y='470' fontSize='14.5' fontWeight='bold' fill='#0E9B78' textAnchor='start' fontFamily='Microsoft YaHei'&gt;本节的代码示例&lt;/text&gt;&lt;text x='64' y='500' fontSize='13' fill='#3A4A58' textAnchor='start' fontFamily='Microsoft YaHei'&gt;· settings.py——把会变的数值集中管理&lt;/text&gt;&lt;text x='468' y='500' fontSize='13' fill='#3A4A58' textAnchor='start' fontFamily='Microsoft YaHei'&gt;· alien_invasion.py——最小窗口骨架&lt;/text&gt;&lt;text x='872' y='500' fontSize='13' fill='#3A4A58' textAnchor='start' fontFamily='Microsoft YaHei'&gt;· event_observer.py——亲眼看看「事件队列」里有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2 · 第 6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69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重构、错误自查与验收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12 · 小结与验收&lt;/Text&gt;&#13;&#10;        &lt;Text style={{ fontSize: 16, color: '#5A6B7A', marginTop: 6 }}&gt;Pygame 起步与飞船驾驶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65 节 · 项目规划与安装 Pygame&lt;/text&gt;&lt;text x='0' y='64' fontSize='14.5' fill='#3A4A58' fontFamily='Microsoft YaHei'&gt;· 第 66 节 · 主循环、帧率与事件驱动&lt;/text&gt;&lt;text x='0' y='94' fontSize='14.5' fill='#3A4A58' fontFamily='Microsoft YaHei'&gt;· 第 67 节 · Settings 类与屏幕矩形&lt;/text&gt;&lt;text x='0' y='124' fontSize='14.5' fill='#3A4A58' fontFamily='Microsoft YaHei'&gt;· 第 68 节 · 驾驶飞船：标志位与边界&lt;/text&gt;&lt;text x='0' y='154' fontSize='14.5' fill='#3A4A58' fontFamily='Microsoft YaHei'&gt;· 第 69 节 · 重构、错误自查与验收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12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12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Pygame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起步与飞船驾驶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01350" y="64579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12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2026-10-16T00:44:38Z</dcterms:created>
  <dcterms:modified xsi:type="dcterms:W3CDTF">2026-10-16T00:44:38Z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{"AIGC":{"Label":"1","ContentProducer":"00119111010856365494821B355","ProduceID":"01a140606b8e78a9a7f16f4a35ab0244","ReservedCode1":"","ContentPropagator":"00119111010856365494821B355","PropagateID":"01a140606b8e78a9a7f16f4a35ab0244","ReservedCode2":""}}</vt:lpwstr>
  </property>
</Properties>
</file>