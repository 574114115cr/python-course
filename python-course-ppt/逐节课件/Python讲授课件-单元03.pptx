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presProps" Target="presProps.xml" /><Relationship Id="rId10" Type="http://schemas.openxmlformats.org/officeDocument/2006/relationships/slide" Target="slides/slide10.xml" /><Relationship Id="rId15" Type="http://schemas.openxmlformats.org/officeDocument/2006/relationships/tableStyles" Target="tableStyles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3&lt;/Text&gt;&#13;&#10;        &lt;Text style={{ fontSize: 38, fontWeight: 'bold', color: '#FFFFFF', marginTop: 6 }}&gt;操作列表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196' width='1152' height='38' rx='7' fill='#FFFFFF' /&gt;&lt;text x='16' y='221' fontSize='15' fontWeight='bold' fill='#1F5FA8' fontFamily='Microsoft YaHei'&gt;第 14 节&lt;/text&gt;&lt;text x='96' y='221' fontSize='15' fill='#16232E' fontFamily='Microsoft YaHei'&gt;for 循环：把重复交给机器&lt;/text&gt;&lt;text x='1080' y='221' fontSize='13' fill='#5A6B7A' textAnchor='end' fontFamily='Microsoft YaHei'&gt;W3&lt;/text&gt;&lt;rect x='0' y='238' width='1152' height='38' rx='7' fill='#F2F7FD' /&gt;&lt;text x='16' y='263' fontSize='15' fontWeight='bold' fill='#1F5FA8' fontFamily='Microsoft YaHei'&gt;第 15 节&lt;/text&gt;&lt;text x='96' y='263' fontSize='15' fill='#16232E' fontFamily='Microsoft YaHei'&gt;range() 与列表推导式&lt;/text&gt;&lt;text x='1080' y='263' fontSize='13' fill='#5A6B7A' textAnchor='end' fontFamily='Microsoft YaHei'&gt;W3&lt;/text&gt;&lt;rect x='0' y='280' width='1152' height='38' rx='7' fill='#FFFFFF' /&gt;&lt;text x='16' y='305' fontSize='15' fontWeight='bold' fill='#1F5FA8' fontFamily='Microsoft YaHei'&gt;第 16 节&lt;/text&gt;&lt;text x='96' y='305' fontSize='15' fill='#16232E' fontFamily='Microsoft YaHei'&gt;切片、元组与 PEP 8 排版&lt;/text&gt;&lt;text x='1080' y='305' fontSize='13' fill='#5A6B7A' textAnchor='end' fontFamily='Microsoft YaHei'&gt;W3&lt;/text&gt;&lt;rect x='0' y='322' width='1152' height='38' rx='7' fill='#F2F7FD' /&gt;&lt;text x='16' y='347' fontSize='15' fontWeight='bold' fill='#1F5FA8' fontFamily='Microsoft YaHei'&gt;第 17 节&lt;/text&gt;&lt;text x='96' y='347' fontSize='15' fill='#16232E' fontFamily='Microsoft YaHei'&gt;动手实战与答案讲评&lt;/text&gt;&lt;text x='1080' y='347' fontSize='13' fill='#5A6B7A' textAnchor='end' fontFamily='Microsoft YaHei'&gt;W3&lt;/text&gt;&lt;rect x='0' y='364' width='1152' height='38' rx='7' fill='#FFFFFF' /&gt;&lt;text x='16' y='389' fontSize='15' fontWeight='bold' fill='#1F5FA8' fontFamily='Microsoft YaHei'&gt;第 18 节&lt;/text&gt;&lt;text x='96' y='389' fontSize='15' fill='#16232E' fontFamily='Microsoft YaHei'&gt;单元 3 验收复盘&lt;/text&gt;&lt;text x='1080' y='389' fontSize='13' fill='#5A6B7A' textAnchor='end' fontFamily='Microsoft YaHei'&gt;W3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3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操作列表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3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4 / 111 节&lt;/Text&gt;&#13;&#10;        &lt;/Box&gt;&#13;&#10;        &lt;Text style={{ fontSize: 30, fontWeight: 'bold', color: '#16232E' }}&gt;for 循环：把重复交给机器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for 遍历列表，避开常见缩进错误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故意写四种缩进错误并当场读懂报错&lt;/text&gt;&lt;text x='84' y='338.75' fontSize='14.5' fill='#3A4A58' textAnchor='start' fontFamily='Microsoft YaHei'&gt;· 把 5 行重复代码改成一个循环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基础档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371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for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循环：把重复交给机器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4 节&lt;/Text&gt;&#13;&#10;        &lt;/Box&gt;&#13;&#10;        &lt;Text style={{ fontSize: 30, fontWeight: 'bold', color: '#16232E' }}&gt;核心知识点&lt;/Text&gt;&#13;&#10;        &lt;Text style={{ fontSize: 15, color: '#5A6B7A', marginTop: 10 }}&gt;· for 循环：把重复交给机器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for 循环：把重复交给机器&lt;/text&gt;&lt;text x='82' y='169.0' fontSize='13' fill='#3A4A58' textAnchor='start' fontFamily='Microsoft YaHei'&gt;· 最关键的陷阱：缩进决定循环体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range()：造出一串数字&lt;/text&gt;&lt;text x='686' y='169.0' fontSize='13' fill='#3A4A58' textAnchor='start' fontFamily='Microsoft YaHei'&gt;· 有时我们还没有列表，只想&quot;重复 N 次&quot;，这时用 range()：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for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循环：把重复交给机器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5 / 111 节&lt;/Text&gt;&#13;&#10;        &lt;/Box&gt;&#13;&#10;        &lt;Text style={{ fontSize: 30, fontWeight: 'bold', color: '#16232E' }}&gt;range() 与列表推导式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 range 的各种形式，能用推导式一行搞定筛选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预测 range(2,10,3) 的结果再验证&lt;/text&gt;&lt;text x='84' y='338.75' fontSize='14.5' fill='#3A4A58' textAnchor='start' fontFamily='Microsoft YaHei'&gt;· 把 5 行循环改写成一行推导式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进阶档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range()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与列表推导式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5 节&lt;/Text&gt;&#13;&#10;        &lt;/Box&gt;&#13;&#10;        &lt;Text style={{ fontSize: 30, fontWeight: 'bold', color: '#16232E' }}&gt;核心知识点&lt;/Text&gt;&#13;&#10;        &lt;Text style={{ fontSize: 15, color: '#5A6B7A', marginTop: 10 }}&gt;· range() 与列表推导式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循环的常见搭档&lt;/text&gt;&lt;text x='82' y='169.0' fontSize='13' fill='#3A4A58' textAnchor='start' fontFamily='Microsoft YaHei'&gt;· for i in range(1, 10, 2):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列表推导式：一行搞定筛选&lt;/text&gt;&lt;text x='686' y='169.0' fontSize='13' fill='#3A4A58' textAnchor='start' fontFamily='Microsoft YaHei'&gt;· 什么时候用推导式&lt;/text&gt;&lt;text x='686' y='197.5' fontSize='13' fill='#3A4A58' textAnchor='start' fontFamily='Microsoft YaHei'&gt;· 什么时候不用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466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range()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与列表推导式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6 / 111 节&lt;/Text&gt;&#13;&#10;        &lt;/Box&gt;&#13;&#10;        &lt;Text style={{ fontSize: 30, fontWeight: 'bold', color: '#16232E' }}&gt;切片、元组与 PEP 8 排版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切片三个参数与元组的不可变性，能按 PEP 8 排版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用切片取出字符串后 5 个字符&lt;/text&gt;&lt;text x='84' y='338.75' fontSize='14.5' fill='#3A4A58' textAnchor='start' fontFamily='Microsoft YaHei'&gt;· 故意给元组赋值看报错&lt;/text&gt;&lt;text x='84' y='369.5' fontSize='14.5' fill='#3A4A58' textAnchor='start' fontFamily='Microsoft YaHei'&gt;· 把一段故意写乱的代码排版规范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题库 L1-5、L1-6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257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切片、元组与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PEP 8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排版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6 节&lt;/Text&gt;&#13;&#10;        &lt;/Box&gt;&#13;&#10;        &lt;Text style={{ fontSize: 30, fontWeight: 'bold', color: '#16232E' }}&gt;核心知识点&lt;/Text&gt;&#13;&#10;        &lt;Text style={{ fontSize: 15, color: '#5A6B7A', marginTop: 10 }}&gt;· 切片、元组与 PEP 8 排版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5 切片：一次取出一段&lt;/text&gt;&lt;text x='82' y='169.0' fontSize='13' fill='#3A4A58' textAnchor='start' fontFamily='Microsoft YaHei'&gt;· 切片也是浅拷贝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6 元组：用括号表示&quot;不可修改&quot;&lt;/text&gt;&lt;text x='486' y='169.0' fontSize='13' fill='#3A4A58' textAnchor='start' fontFamily='Microsoft YaHei'&gt;· 只有一个元素的元组必须写逗号&lt;/text&gt;&lt;text x='486' y='197.5' fontSize='13' fill='#3A4A58' textAnchor='start' fontFamily='Microsoft YaHei'&gt;· 为什么字典的键要用元组这类不可变类型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7 PEP 8：让代码能被人读&lt;/text&gt;&lt;text x='890' y='169.0' fontSize='13' fill='#3A4A58' textAnchor='start' fontFamily='Microsoft YaHei'&gt;· PEP 8 是 Python 官方风格指南，&lt;/text&gt;&lt;text x='890' y='188.5' fontSize='13' fill='#3A4A58' textAnchor='start' fontFamily='Microsoft YaHei'&gt;与功能无关但直接影响你能不能维护自己的代码。&lt;/text&gt;&lt;text x='64' y='470' fontSize='14.5' fontWeight='bold' fill='#0E9B78' textAnchor='start' fontFamily='Microsoft YaHei'&gt;本节的代码示例&lt;/text&gt;&lt;text x='64' y='500' fontSize='13' fill='#3A4A58' textAnchor='start' fontFamily='Microsoft YaHei'&gt;· for 循环基础&lt;/text&gt;&lt;text x='468' y='500' fontSize='13' fill='#3A4A58' textAnchor='start' fontFamily='Microsoft YaHei'&gt;· range 的四种形式&lt;/text&gt;&lt;text x='872' y='500' fontSize='13' fill='#3A4A58' textAnchor='start' fontFamily='Microsoft YaHei'&gt;· 常见循环搭档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切片、元组与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PEP 8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排版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7 / 111 节&lt;/Text&gt;&#13;&#10;        &lt;/Box&gt;&#13;&#10;        &lt;Text style={{ fontSize: 30, fontWeight: 'bold', color: '#16232E' }}&gt;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3 练习，巩固循环、推导式与元组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30 分钟独立完成基础档&lt;/text&gt;&lt;text x='84' y='338.75' fontSize='14.5' fill='#3A4A58' textAnchor='start' fontFamily='Microsoft YaHei'&gt;· 逐题对照答案讲评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完成动手项目 3.4–3.8 忘记密码清单&lt;/text&gt;&lt;text x='674' y='338.75' fontSize='14.5' fill='#3A4A58' textAnchor='start' fontFamily='Microsoft YaHei'&gt;· 产出：忘记密码清单程序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7 节&lt;/Text&gt;&#13;&#10;        &lt;/Box&gt;&#13;&#10;        &lt;Text style={{ fontSize: 30, fontWeight: 'bold', color: '#16232E' }}&gt;核心知识点&lt;/Text&gt;&#13;&#10;        &lt;Text style={{ fontSize: 15, color: '#5A6B7A', marginTop: 10 }}&gt;· 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3-1【打印与累加】&lt;/text&gt;&lt;text x='82' y='197.5' fontSize='13' fill='#3A4A58' textAnchor='start' fontFamily='Microsoft YaHei'&gt;· 练习 3-2【range 练手】&lt;/text&gt;&lt;text x='82' y='226.0' fontSize='13' fill='#3A4A58' textAnchor='start' fontFamily='Microsoft YaHei'&gt;· 练习 3-3【切片预测题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3-5【商品总价计算器】&lt;/text&gt;&lt;text x='486' y='197.5' fontSize='13' fill='#3A4A58' textAnchor='start' fontFamily='Microsoft YaHei'&gt;· 练习 3-6【斐波那契数列】&lt;/text&gt;&lt;text x='486' y='226.0' fontSize='13' fill='#3A4A58' textAnchor='start' fontFamily='Microsoft YaHei'&gt;· 练习 3-7【元组与列表的选择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3-1&lt;/text&gt;&lt;text x='890' y='169.0' fontSize='13' fill='#3A4A58' textAnchor='start' fontFamily='Microsoft YaHei'&gt;· scores = [88, 92, 79, 95, 60]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8 / 111 节&lt;/Text&gt;&#13;&#10;        &lt;/Box&gt;&#13;&#10;        &lt;Text style={{ fontSize: 30, fontWeight: 'bold', color: '#16232E' }}&gt;单元 3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循环、range、推导式、切片、元组都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打勾验收自测&lt;/text&gt;&lt;text x='84' y='338.75' fontSize='14.5' fill='#3A4A58' textAnchor='start' fontFamily='Microsoft YaHei'&gt;· 互相考range / 切片的易错点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66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8 节&lt;/Text&gt;&#13;&#10;        &lt;/Box&gt;&#13;&#10;        &lt;Text style={{ fontSize: 30, fontWeight: 'bold', color: '#16232E' }}&gt;核心知识点&lt;/Text&gt;&#13;&#10;        &lt;Text style={{ fontSize: 15, color: '#5A6B7A', marginTop: 10 }}&gt;· 单元 3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3 · 第 1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3 · 小结与验收&lt;/Text&gt;&#13;&#10;        &lt;Text style={{ fontSize: 16, color: '#5A6B7A', marginTop: 6 }}&gt;操作列表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14 节 · for 循环：把重复交给机器&lt;/text&gt;&lt;text x='0' y='64' fontSize='14.5' fill='#3A4A58' fontFamily='Microsoft YaHei'&gt;· 第 15 节 · range() 与列表推导式&lt;/text&gt;&lt;text x='0' y='94' fontSize='14.5' fill='#3A4A58' fontFamily='Microsoft YaHei'&gt;· 第 16 节 · 切片、元组与 PEP 8 排版&lt;/text&gt;&lt;text x='0' y='124' fontSize='14.5' fill='#3A4A58' fontFamily='Microsoft YaHei'&gt;· 第 17 节 · 动手实战与答案讲评&lt;/text&gt;&lt;text x='0' y='154' fontSize='14.5' fill='#3A4A58' fontFamily='Microsoft YaHei'&gt;· 第 18 节 · 单元 3 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3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3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操作列表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3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2026-10-28T23:42:20Z</dcterms:created>
  <dcterms:modified xsi:type="dcterms:W3CDTF">2026-10-28T23:42:20Z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{"AIGC":{"Label":"1","ContentProducer":"00119111010856365494821B355","ProduceID":"01a1832b70827c3f8a1b0bab89e469ad","ReservedCode1":"","ContentPropagator":"00119111010856365494821B355","PropagateID":"01a1832b70827c3f8a1b0bab89e469ad","ReservedCode2":""}}</vt:lpwstr>
  </property>
</Properties>
</file>