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21 · 单元 21 · 阶段 2 综合 + 关卡 2 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108 节 工程流程回顾与技术地图</a:t>
            </a:r>
          </a:p>
          <a:p>
            <a:r>
              <a:rPr lang="zh-CN" dirty="0"/>
              <a:t>· 第 109 节 能力跃迁与工程问题速查</a:t>
            </a:r>
          </a:p>
          <a:p>
            <a:r>
              <a:rPr lang="zh-CN" dirty="0"/>
              <a:t>· 第 110 节 ★ 关卡 2 五项逐条自测</a:t>
            </a:r>
          </a:p>
          <a:p>
            <a:r>
              <a:rPr lang="zh-CN" dirty="0"/>
              <a:t>· 第 111 节 综合项目与阶段 2 收尾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21 · 单元 21 · 阶段 2 综合 + 关卡 2 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108 节 工程流程回顾与技术地图</a:t>
            </a:r>
          </a:p>
          <a:p>
            <a:r>
              <a:rPr lang="zh-CN" dirty="0"/>
              <a:t>· 第 109 节 能力跃迁与工程问题速查</a:t>
            </a:r>
          </a:p>
          <a:p>
            <a:r>
              <a:rPr lang="zh-CN" dirty="0"/>
              <a:t>· 第 110 节 ★ 关卡 2 五项逐条自测</a:t>
            </a:r>
          </a:p>
          <a:p>
            <a:r>
              <a:rPr lang="zh-CN" dirty="0"/>
              <a:t>· 第 111 节 综合项目与阶段 2 收尾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108 节 · 工程流程回顾与技术地图</a:t>
            </a:r>
          </a:p>
          <a:p>
            <a:r>
              <a:rPr lang="zh-CN" dirty="0"/>
              <a:t>单元 21 · 阶段 2 综合 + 关卡 2 验收 · W28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学习目标：掌握「读需求 → 拆解 → 查文档 → 编码 → 提交 → README → 重构」七步流程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用七步流程复盘自己这三个项目各走了哪几步</a:t>
            </a:r>
          </a:p>
          <a:p>
            <a:r>
              <a:rPr lang="zh-CN" dirty="0"/>
              <a:t>· 给一个需求现场拆成步骤清单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产出：三项目的工程流程自查表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108 节 · 工程流程回顾与技术地图</a:t>
            </a:r>
          </a:p>
          <a:p>
            <a:r>
              <a:rPr lang="zh-CN" dirty="0"/>
              <a:t>单元 21 · 阶段 2 综合 + 关卡 2 验收 · W28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学习目标：掌握「读需求 → 拆解 → 查文档 → 编码 → 提交 → README → 重构」七步流程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用七步流程复盘自己这三个项目各走了哪几步</a:t>
            </a:r>
          </a:p>
          <a:p>
            <a:r>
              <a:rPr lang="zh-CN" dirty="0"/>
              <a:t>· 给一个需求现场拆成步骤清单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产出：三项目的工程流程自查表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108 节 · 核心知识点：工程流程回顾与技术地图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本节目标：掌握「读需求 → 拆解 → 查文档 → 编码 → 提交 → README → 重构」七步流程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108 节 · 核心知识点：工程流程回顾与技术地图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本节目标：掌握「读需求 → 拆解 → 查文档 → 编码 → 提交 → README → 重构」七步流程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109 节 · 能力跃迁与工程问题速查</a:t>
            </a:r>
          </a:p>
          <a:p>
            <a:r>
              <a:rPr lang="zh-CN" dirty="0"/>
              <a:t>单元 21 · 阶段 2 综合 + 关卡 2 验收 · W28–W29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学习目标：说清从脚本到项目的跃迁；会用 requirements.txt / .gitignore / 环境变量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给三个项目各跑一次「工程件体检」</a:t>
            </a:r>
          </a:p>
          <a:p>
            <a:r>
              <a:rPr lang="zh-CN" dirty="0"/>
              <a:t>· 把一个密钥从代码里挪到环境变量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产出：三个项目的 README + requirements.txt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109 节 · 能力跃迁与工程问题速查</a:t>
            </a:r>
          </a:p>
          <a:p>
            <a:r>
              <a:rPr lang="zh-CN" dirty="0"/>
              <a:t>单元 21 · 阶段 2 综合 + 关卡 2 验收 · W28–W29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学习目标：说清从脚本到项目的跃迁；会用 requirements.txt / .gitignore / 环境变量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给三个项目各跑一次「工程件体检」</a:t>
            </a:r>
          </a:p>
          <a:p>
            <a:r>
              <a:rPr lang="zh-CN" dirty="0"/>
              <a:t>· 把一个密钥从代码里挪到环境变量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产出：三个项目的 README + requirements.txt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109 节 · 核心知识点：能力跃迁与工程问题速查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本节目标：说清从脚本到项目的跃迁；会用 requirements.txt / .gitignore / 环境变量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109 节 · 核心知识点：能力跃迁与工程问题速查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本节目标：说清从脚本到项目的跃迁；会用 requirements.txt / .gitignore / 环境变量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110 节 · ★ 关卡 2 五项逐条自测</a:t>
            </a:r>
          </a:p>
          <a:p>
            <a:r>
              <a:rPr lang="zh-CN" dirty="0"/>
              <a:t>单元 21 · 阶段 2 综合 + 关卡 2 验收 · W29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学习目标：限时自测五条硬指标，明确哪条没过、怎么补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逐条自测并记录结果</a:t>
            </a:r>
          </a:p>
          <a:p>
            <a:r>
              <a:rPr lang="zh-CN" dirty="0"/>
              <a:t>· 没过的项当场定补齐计划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关卡 2 五项逐条自测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110 节 · ★ 关卡 2 五项逐条自测</a:t>
            </a:r>
          </a:p>
          <a:p>
            <a:r>
              <a:rPr lang="zh-CN" dirty="0"/>
              <a:t>单元 21 · 阶段 2 综合 + 关卡 2 验收 · W29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学习目标：限时自测五条硬指标，明确哪条没过、怎么补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逐条自测并记录结果</a:t>
            </a:r>
          </a:p>
          <a:p>
            <a:r>
              <a:rPr lang="zh-CN" dirty="0"/>
              <a:t>· 没过的项当场定补齐计划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关卡 2 五项逐条自测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110 节 · 核心知识点：★ 关卡 2 五项逐条自测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本节目标：限时自测五条硬指标，明确哪条没过、怎么补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110 节 · 核心知识点：★ 关卡 2 五项逐条自测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本节目标：限时自测五条硬指标，明确哪条没过、怎么补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111 节 · 综合项目与阶段 2 收尾</a:t>
            </a:r>
          </a:p>
          <a:p>
            <a:r>
              <a:rPr lang="zh-CN" dirty="0"/>
              <a:t>单元 21 · 阶段 2 综合 + 关卡 2 验收 · W29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学习目标：任选一个综合项目做完，形成阶段 2 的收尾产出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任选 A/B/C 之一定题并开工</a:t>
            </a:r>
          </a:p>
          <a:p>
            <a:r>
              <a:rPr lang="zh-CN" dirty="0"/>
              <a:t>· 对照统一要求自查四条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产出：一个可展示的综合项目 + 阶段 1 学习总结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111 节 · 综合项目与阶段 2 收尾</a:t>
            </a:r>
          </a:p>
          <a:p>
            <a:r>
              <a:rPr lang="zh-CN" dirty="0"/>
              <a:t>单元 21 · 阶段 2 综合 + 关卡 2 验收 · W29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学习目标：任选一个综合项目做完，形成阶段 2 的收尾产出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任选 A/B/C 之一定题并开工</a:t>
            </a:r>
          </a:p>
          <a:p>
            <a:r>
              <a:rPr lang="zh-CN" dirty="0"/>
              <a:t>· 对照统一要求自查四条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产出：一个可展示的综合项目 + 阶段 1 学习总结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111 节 · 核心知识点：综合项目与阶段 2 收尾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本节目标：任选一个综合项目做完，形成阶段 2 的收尾产出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111 节 · 核心知识点：综合项目与阶段 2 收尾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本节目标：任选一个综合项目做完，形成阶段 2 的收尾产出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21 小结 · 单元 21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21 小结 · 单元 21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21&lt;/Text&gt;&#13;&#10;        &lt;Text style={{ fontSize: 38, fontWeight: 'bold', color: '#FFFFFF', marginTop: 6 }}&gt;阶段 2 综合 + 关卡 2 验收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108 节&lt;/text&gt;&lt;text x='96' y='221' fontSize='15' fill='#16232E' fontFamily='Microsoft YaHei'&gt;工程流程回顾与技术地图&lt;/text&gt;&lt;text x='1080' y='221' fontSize='13' fill='#5A6B7A' textAnchor='end' fontFamily='Microsoft YaHei'&gt;W28&lt;/text&gt;&lt;rect x='0' y='238' width='1152' height='38' rx='7' fill='#F2F7FD' /&gt;&lt;text x='16' y='263' fontSize='15' fontWeight='bold' fill='#1F5FA8' fontFamily='Microsoft YaHei'&gt;第 109 节&lt;/text&gt;&lt;text x='96' y='263' fontSize='15' fill='#16232E' fontFamily='Microsoft YaHei'&gt;能力跃迁与工程问题速查&lt;/text&gt;&lt;text x='1080' y='263' fontSize='13' fill='#5A6B7A' textAnchor='end' fontFamily='Microsoft YaHei'&gt;W28&lt;/text&gt;&lt;rect x='0' y='280' width='1152' height='38' rx='7' fill='#FFFFFF' /&gt;&lt;text x='16' y='305' fontSize='15' fontWeight='bold' fill='#1F5FA8' fontFamily='Microsoft YaHei'&gt;第 110 节&lt;/text&gt;&lt;text x='96' y='305' fontSize='15' fill='#16232E' fontFamily='Microsoft YaHei'&gt;★ 关卡 2 五项逐条自测&lt;/text&gt;&lt;text x='1080' y='305' fontSize='13' fill='#5A6B7A' textAnchor='end' fontFamily='Microsoft YaHei'&gt;W28&lt;/text&gt;&lt;rect x='0' y='322' width='1152' height='38' rx='7' fill='#F2F7FD' /&gt;&lt;text x='16' y='347' fontSize='15' fontWeight='bold' fill='#1F5FA8' fontFamily='Microsoft YaHei'&gt;第 111 节&lt;/text&gt;&lt;text x='96' y='347' fontSize='15' fill='#16232E' fontFamily='Microsoft YaHei'&gt;综合项目与阶段 2 收尾&lt;/text&gt;&lt;text x='1080' y='347' fontSize='13' fill='#5A6B7A' textAnchor='end' fontFamily='Microsoft YaHei'&gt;W28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综合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验收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8 / 111 节&lt;/Text&gt;&#13;&#10;        &lt;/Box&gt;&#13;&#10;        &lt;Text style={{ fontSize: 30, fontWeight: 'bold', color: '#16232E' }}&gt;工程流程回顾与技术地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「读需求 → 拆解 → 查文档 → 编码 → 提交 → README → 重构」七步流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七步流程复盘自己这三个项目各走了哪几步&lt;/text&gt;&lt;text x='84' y='338.75' fontSize='14.5' fill='#3A4A58' textAnchor='start' fontFamily='Microsoft YaHei'&gt;· 给一个需求现场拆成步骤清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项目的工程流程自查表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工程流程回顾与技术地图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8 节&lt;/Text&gt;&#13;&#10;        &lt;/Box&gt;&#13;&#10;        &lt;Text style={{ fontSize: 30, fontWeight: 'bold', color: '#16232E' }}&gt;核心知识点&lt;/Text&gt;&#13;&#10;        &lt;Text style={{ fontSize: 15, color: '#5A6B7A', marginTop: 10 }}&gt;· 工程流程回顾与技术地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三个项目的工程流程回顾&lt;/text&gt;&lt;text x='82' y='169.0' fontSize='13' fill='#3A4A58' textAnchor='start' fontFamily='Microsoft YaHei'&gt;· 三个项目长得完全不同（游戏、可视化脚本、Web 应用），但流程是同一条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三个项目的技术地图&lt;/text&gt;&lt;text x='686' y='169.0' fontSize='13' fill='#3A4A58' textAnchor='start' fontFamily='Microsoft YaHei'&gt;· 这张表回答的是：我这两个阶段到底学到了什么、这些东西各自解决了什么问题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工程流程回顾与技术地图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9 / 111 节&lt;/Text&gt;&#13;&#10;        &lt;/Box&gt;&#13;&#10;        &lt;Text style={{ fontSize: 30, fontWeight: 'bold', color: '#16232E' }}&gt;能力跃迁与工程问题速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从脚本到项目的跃迁；会用 requirements.txt / .gitignore / 环境变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三个项目各跑一次「工程件体检」&lt;/text&gt;&lt;text x='84' y='338.75' fontSize='14.5' fill='#3A4A58' textAnchor='start' fontFamily='Microsoft YaHei'&gt;· 把一个密钥从代码里挪到环境变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个项目的 README + requirements.txt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能力跃迁与工程问题速查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9 节&lt;/Text&gt;&#13;&#10;        &lt;/Box&gt;&#13;&#10;        &lt;Text style={{ fontSize: 30, fontWeight: 'bold', color: '#16232E' }}&gt;核心知识点&lt;/Text&gt;&#13;&#10;        &lt;Text style={{ fontSize: 15, color: '#5A6B7A', marginTop: 10 }}&gt;· 能力跃迁与工程问题速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阶段 1 → 阶段 2 的能力跃迁&lt;/text&gt;&lt;text x='82' y='169.0' fontSize='13' fill='#3A4A58' textAnchor='start' fontFamily='Microsoft YaHei'&gt;· 标准一：单文件不超过 300 行。 超了按「谁在调用它」拆：&lt;/text&gt;&lt;text x='82' y='197.5' fontSize='13' fill='#3A4A58' textAnchor='start' fontFamily='Microsoft YaHei'&gt;· 标准二：配置与逻辑分离。 判据很简单：代码里出现一个&quot;魔法数字&quot;或&quot;魔法字符串&quot;，&lt;/text&gt;&lt;text x='82' y='217.0' fontSize='13' fill='#3A4A58' textAnchor='start' fontFamily='Microsoft YaHei'&gt;就应该考虑搬到配置文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常见工程问题速查&lt;/text&gt;&lt;text x='686' y='169.0' fontSize='13' fill='#3A4A58' textAnchor='start' fontFamily='Microsoft YaHei'&gt;· 问题一：依赖怎么锁？ 在虚拟环境里执行 pip freeze ＞ requirements.txt，别…&lt;/text&gt;&lt;text x='686' y='197.5' fontSize='13' fill='#3A4A58' textAnchor='start' fontFamily='Microsoft YaHei'&gt;· 问题二：密钥怎么不提交？ 一行口令：密钥只从环境变量读，永远不写进代码。&lt;/text&gt;&lt;text x='686' y='226.0' fontSize='13' fill='#3A4A58' textAnchor='start' fontFamily='Microsoft YaHei'&gt;· 问题三：数据库怎么备份？ SQLite 就是一个文件，sqlite3 db.sqlite3 .back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0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能力跃迁与工程问题速查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0 / 111 节&lt;/Text&gt;&#13;&#10;        &lt;/Box&gt;&#13;&#10;        &lt;Text style={{ fontSize: 30, fontWeight: 'bold', color: '#16232E' }}&gt;★ 关卡 2 五项逐条自测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限时自测五条硬指标，明确哪条没过、怎么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自测并记录结果&lt;/text&gt;&lt;text x='84' y='338.75' fontSize='14.5' fill='#3A4A58' textAnchor='start' fontFamily='Microsoft YaHei'&gt;· 没过的项当场定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关卡 2 五项逐条自测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关卡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五项逐条自测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0 节&lt;/Text&gt;&#13;&#10;        &lt;/Box&gt;&#13;&#10;        &lt;Text style={{ fontSize: 30, fontWeight: 'bold', color: '#16232E' }}&gt;核心知识点&lt;/Text&gt;&#13;&#10;        &lt;Text style={{ fontSize: 15, color: '#5A6B7A', marginTop: 10 }}&gt;· ★ 关卡 2 五项逐条自测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关卡 2 的五条硬指标&lt;/text&gt;&lt;text x='82' y='169.0' fontSize='13' fill='#3A4A58' textAnchor='start' fontFamily='Microsoft YaHei'&gt;· 先讲「为什么是这五条」，第八节再展开验收细则。五条分别对应五种能力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下一步方向选择&lt;/text&gt;&lt;text x='686' y='169.0' fontSize='13' fill='#3A4A58' textAnchor='start' fontFamily='Microsoft YaHei'&gt;· 阶段 2 到此结束，接下来不必全都学。选一条主攻，其余当备用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项目目录体检脚本（project_doctor.py）&lt;/text&gt;&lt;text x='468' y='500' fontSize='13' fill='#3A4A58' textAnchor='start' fontFamily='Microsoft YaHei'&gt;· requirements.txt 自动生成（make_requir…&lt;/text&gt;&lt;text x='872' y='500' fontSize='13' fill='#3A4A58' textAnchor='start' fontFamily='Microsoft YaHei'&gt;· 代码规模与圈复杂度提示（code_metrics.py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关卡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五项逐条自测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1 / 111 节&lt;/Text&gt;&#13;&#10;        &lt;/Box&gt;&#13;&#10;        &lt;Text style={{ fontSize: 30, fontWeight: 'bold', color: '#16232E' }}&gt;综合项目与阶段 2 收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任选一个综合项目做完，形成阶段 2 的收尾产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任选 A/B/C 之一定题并开工&lt;/text&gt;&lt;text x='84' y='338.75' fontSize='14.5' fill='#3A4A58' textAnchor='start' fontFamily='Microsoft YaHei'&gt;· 对照统一要求自查四条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一个可展示的综合项目 + 阶段 1 学习总结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综合项目与阶段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收尾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1 节&lt;/Text&gt;&#13;&#10;        &lt;/Box&gt;&#13;&#10;        &lt;Text style={{ fontSize: 30, fontWeight: 'bold', color: '#16232E' }}&gt;核心知识点&lt;/Text&gt;&#13;&#10;        &lt;Text style={{ fontSize: 15, color: '#5A6B7A', marginTop: 10 }}&gt;· 综合项目与阶段 2 收尾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1-1【给三个项目补齐工程件】&lt;/text&gt;&lt;text x='82' y='197.5' fontSize='13' fill='#3A4A58' textAnchor='start' fontFamily='Microsoft YaHei'&gt;· 练习 21-2【给自己的函数写 pytest 测试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1-3【重构冲刺】&lt;/text&gt;&lt;text x='486' y='197.5' fontSize='13' fill='#3A4A58' textAnchor='start' fontFamily='Microsoft YaHei'&gt;· 练习 21-4【接手一个陌生项目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1-1（三个项目的工程件）&lt;/text&gt;&lt;text x='890' y='169.0' fontSize='13' fill='#3A4A58' textAnchor='start' fontFamily='Microsoft YaHei'&gt;· 怎么装依赖：需要 Python 3.12，执行 pip install &lt;/text&gt;&lt;text x='890' y='188.5' fontSize='13' fill='#3A4A58' textAnchor='start' fontFamily='Microsoft YaHei'&gt;-r requirements…&lt;/text&gt;&lt;text x='890' y='217.0' fontSize='13' fill='#3A4A58' textAnchor='start' fontFamily='Microsoft YaHei'&gt;· 怎么运行：执行 python alien_invasion.py。&lt;/text&gt;&lt;text x='890' y='245.5' fontSize='13' fill='#3A4A58' textAnchor='start' fontFamily='Microsoft YaHei'&gt;· ← → 左右移动，↓ 加速，空格 开火，P 暂停，Q 退&lt;/text&gt;&lt;text x='890' y='265.0' fontSize='13' fill='#3A4A58' textAnchor='start' fontFamily='Microsoft YaHei'&gt;出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1 · 第 1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533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综合项目与阶段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收尾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1 · 小结与验收&lt;/Text&gt;&#13;&#10;        &lt;Text style={{ fontSize: 16, color: '#5A6B7A', marginTop: 6 }}&gt;阶段 2 综合 + 关卡 2 验收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8 节 · 工程流程回顾与技术地图&lt;/text&gt;&lt;text x='0' y='64' fontSize='14.5' fill='#3A4A58' fontFamily='Microsoft YaHei'&gt;· 第 109 节 · 能力跃迁与工程问题速查&lt;/text&gt;&lt;text x='0' y='94' fontSize='14.5' fill='#3A4A58' fontFamily='Microsoft YaHei'&gt;· 第 110 节 · ★ 关卡 2 五项逐条自测&lt;/text&gt;&lt;text x='0' y='124' fontSize='14.5' fill='#3A4A58' fontFamily='Microsoft YaHei'&gt;· 第 111 节 · 综合项目与阶段 2 收尾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综合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关卡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验收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2026-10-16T01:11:39Z</dcterms:created>
  <dcterms:modified xsi:type="dcterms:W3CDTF">2026-10-16T01:11:39Z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