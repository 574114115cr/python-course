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5" Type="http://schemas.openxmlformats.org/officeDocument/2006/relationships/slide" Target="slides/slide5.xml" /><Relationship Id="rId15" Type="http://schemas.openxmlformats.org/officeDocument/2006/relationships/tableStyles" Target="tableStyles.xml" /><Relationship Id="rId9" Type="http://schemas.openxmlformats.org/officeDocument/2006/relationships/slide" Target="slides/slide9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3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0&lt;/Text&gt;&#13;&#10;        &lt;Text style={{ fontSize: 38, fontWeight: 'bold', color: '#FFFFFF', marginTop: 6 }}&gt;测试代码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52 节&lt;/text&gt;&lt;text x='96' y='85.0' fontSize='15' fill='#16232E' fontFamily='Microsoft YaHei'&gt;为什么需要测试与三条命名规则&lt;/text&gt;&lt;text x='1080' y='85.0' fontSize='13' fill='#5A6B7A' textAnchor='end' fontFamily='Microsoft YaHei'&gt;W12&lt;/text&gt;&lt;rect x='0' y='135.2' width='1152' height='48.0' rx='7' fill='#F2F7FD' /&gt;&lt;text x='16' y='164.2' fontSize='15' fontWeight='bold' fill='#1F5FA8' fontFamily='Microsoft YaHei'&gt;第 53 节&lt;/text&gt;&lt;text x='96' y='164.2' fontSize='15' fill='#16232E' fontFamily='Microsoft YaHei'&gt;assert 与测试用例设计&lt;/text&gt;&lt;text x='1080' y='164.2' fontSize='13' fill='#5A6B7A' textAnchor='end' fontFamily='Microsoft YaHei'&gt;W12&lt;/text&gt;&lt;rect x='0' y='214.4' width='1152' height='48.0' rx='7' fill='#FFFFFF' /&gt;&lt;text x='16' y='243.4' fontSize='15' fontWeight='bold' fill='#1F5FA8' fontFamily='Microsoft YaHei'&gt;第 54 节&lt;/text&gt;&lt;text x='96' y='243.4' fontSize='15' fill='#16232E' fontFamily='Microsoft YaHei'&gt;parametrize、测试类与运行命令&lt;/text&gt;&lt;text x='1080' y='243.4' fontSize='13' fill='#5A6B7A' textAnchor='end' fontFamily='Microsoft YaHei'&gt;W12&lt;/text&gt;&lt;rect x='0' y='293.6' width='1152' height='48.0' rx='7' fill='#F2F7FD' /&gt;&lt;text x='16' y='322.6' fontSize='15' fontWeight='bold' fill='#1F5FA8' fontFamily='Microsoft YaHei'&gt;第 55 节&lt;/text&gt;&lt;text x='96' y='322.6' fontSize='15' fill='#16232E' fontFamily='Microsoft YaHei'&gt;测试夹具与示例串讲&lt;/text&gt;&lt;text x='1080' y='322.6' fontSize='13' fill='#5A6B7A' textAnchor='end' fontFamily='Microsoft YaHei'&gt;W12&lt;/text&gt;&lt;rect x='0' y='372.8' width='1152' height='48.0' rx='7' fill='#FFFFFF' /&gt;&lt;text x='16' y='401.8' fontSize='15' fontWeight='bold' fill='#1F5FA8' fontFamily='Microsoft YaHei'&gt;第 56 节&lt;/text&gt;&lt;text x='96' y='401.8' fontSize='15' fill='#16232E' fontFamily='Microsoft YaHei'&gt;动手实战、答案与验收&lt;/text&gt;&lt;text x='1080' y='401.8' fontSize='13' fill='#5A6B7A' textAnchor='end' fontFamily='Microsoft YaHei'&gt;W1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2 / 111 节&lt;/Text&gt;&#13;&#10;        &lt;/Box&gt;&#13;&#10;        &lt;Text style={{ fontSize: 30, fontWeight: 'bold', color: '#16232E' }}&gt;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Bug 分两种，自动化测试的价值在改代码之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故意写一个错函数，看没有测试时能撑多久&lt;/text&gt;&lt;text x='84' y='338.75' fontSize='14.5' fill='#3A4A58' textAnchor='start' fontFamily='Microsoft YaHei'&gt;· 把测试函数改成不符合命名规则，看能不能被收集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1 ~ 10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2 节&lt;/Text&gt;&#13;&#10;        &lt;/Box&gt;&#13;&#10;        &lt;Text style={{ fontSize: 30, fontWeight: 'bold', color: '#16232E' }}&gt;核心知识点&lt;/Text&gt;&#13;&#10;        &lt;Text style={{ fontSize: 15, color: '#5A6B7A', marginTop: 10 }}&gt;· 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测试：Bug 有两种&lt;/text&gt;&lt;text x='82' y='169.0' fontSize='13' fill='#3A4A58' textAnchor='start' fontFamily='Microsoft YaHei'&gt;· 逻辑错误是测试唯一能对付的东西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自动化测试的价值&lt;/text&gt;&lt;text x='486' y='169.0' fontSize='13' fill='#3A4A58' textAnchor='start' fontFamily='Microsoft YaHei'&gt;· 手动测试&lt;/text&gt;&lt;text x='486' y='197.5' fontSize='13' fill='#3A4A58' textAnchor='start' fontFamily='Microsoft YaHei'&gt;· 自动化测试&lt;/text&gt;&lt;text x='486' y='226.0' fontSize='13' fill='#3A4A58' textAnchor='start' fontFamily='Microsoft YaHei'&gt;· 手动测试像每次装修完都亲自去每个房间检查一遍门锁、&lt;/text&gt;&lt;text x='486' y='245.5' fontSize='13' fill='#3A4A58' textAnchor='start' fontFamily='Microsoft YaHei'&gt;水电——可靠但极慢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三条硬性命名规则&lt;/text&gt;&lt;text x='890' y='169.0' fontSize='13' fill='#3A4A58' textAnchor='start' fontFamily='Microsoft YaHei'&gt;· 最高频的坑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3 / 111 节&lt;/Text&gt;&#13;&#10;        &lt;/Box&gt;&#13;&#10;        &lt;Text style={{ fontSize: 30, fontWeight: 'bold', color: '#16232E' }}&gt;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ssert 描述「应该是什么」，掌握正常 + 边界两种用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一个函数写 3 条测试：正常 / 边界 / 异常&lt;/text&gt;&lt;text x='84' y='338.75' fontSize='14.5' fill='#3A4A58' textAnchor='start' fontFamily='Microsoft YaHei'&gt;· 故意让一条测试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3 ~ 1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assert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3 节&lt;/Text&gt;&#13;&#10;        &lt;/Box&gt;&#13;&#10;        &lt;Text style={{ fontSize: 30, fontWeight: 'bold', color: '#16232E' }}&gt;核心知识点&lt;/Text&gt;&#13;&#10;        &lt;Text style={{ fontSize: 15, color: '#5A6B7A', marginTop: 10 }}&gt;· 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assert：用代码描述&quot;应该是什么&quot;&lt;/text&gt;&lt;text x='82' y='169.0' fontSize='13' fill='#3A4A58' textAnchor='start' fontFamily='Microsoft YaHei'&gt;· 关键在于 assert 里要写&quot;实际结果 == 预期结果&quot;，&lt;/text&gt;&lt;text x='82' y='188.5' fontSize='13' fill='#3A4A58' textAnchor='start' fontFamily='Microsoft YaHei'&gt;而不是只写实际结果&lt;/text&gt;&lt;text x='82' y='217.0' fontSize='13' fill='#3A4A58' textAnchor='start' fontFamily='Microsoft YaHei'&gt;· 断言消息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测试与被测代码必须分离&lt;/text&gt;&lt;text x='486' y='169.0' fontSize='13' fill='#3A4A58' textAnchor='start' fontFamily='Microsoft YaHei'&gt;· 不要把测试代码写在被测文件里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测试用例的设计：正常 + 边界&lt;/text&gt;&lt;text x='890' y='169.0' fontSize='13' fill='#3A4A58' textAnchor='start' fontFamily='Microsoft YaHei'&gt;· 一个好的测试不只测&quot;正常情况&quot;，&lt;/text&gt;&lt;text x='890' y='188.5' fontSize='13' fill='#3A4A58' textAnchor='start' fontFamily='Microsoft YaHei'&gt;更重要的是测&quot;极端情况&quot;。&lt;/text&gt;&lt;text x='890' y='217.0' fontSize='13' fill='#3A4A58' textAnchor='start' fontFamily='Microsoft YaHei'&gt;· 除零、负数、空输入这三类是最容易藏 bug 的地方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4 / 111 节&lt;/Text&gt;&#13;&#10;        &lt;/Box&gt;&#13;&#10;        &lt;Text style={{ fontSize: 30, fontWeight: 'bold', color: '#16232E' }}&gt;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arametrize 一次测多组数据，掌握测试类与常用命令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 5 条相似测试合并成一条 parametrize&lt;/text&gt;&lt;text x='84' y='338.75' fontSize='14.5' fill='#3A4A58' textAnchor='start' fontFamily='Microsoft YaHei'&gt;· 跑一次完整 pytest 并读懂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6 ~ 1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95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parametrize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4 节&lt;/Text&gt;&#13;&#10;        &lt;/Box&gt;&#13;&#10;        &lt;Text style={{ fontSize: 30, fontWeight: 'bold', color: '#16232E' }}&gt;核心知识点&lt;/Text&gt;&#13;&#10;        &lt;Text style={{ fontSize: 15, color: '#5A6B7A', marginTop: 10 }}&gt;· 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parametrize：一次测很多组数据&lt;/text&gt;&lt;text x='82' y='169.0' fontSize='13' fill='#3A4A58' textAnchor='start' fontFamily='Microsoft YaHei'&gt;· pytest 会自动把这个测试展开成 4 个独立的测试，任何一个失败都会单独报告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运行 pytest 的常用命令&lt;/text&gt;&lt;text x='686' y='169.0' fontSize='13' fill='#3A4A58' textAnchor='start' fontFamily='Microsoft YaHei'&gt;· -v 是你用得最多的一个参数，因为它会告诉你哪个测试失败了、哪个通过了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parametrize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5 / 111 节&lt;/Text&gt;&#13;&#10;        &lt;/Box&gt;&#13;&#10;        &lt;Text style={{ fontSize: 30, fontWeight: 'bold', color: '#16232E' }}&gt;测试夹具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夹具解决什么问题，能读懂 pytest 的输出报告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讲清测试夹具的用途&lt;/text&gt;&lt;text x='84' y='338.75' fontSize='14.5' fill='#3A4A58' textAnchor='start' fontFamily='Microsoft YaHei'&gt;· 故意让一个测试类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给单元 7/8/9 写过的代码补测试（共 8 条以上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5 节&lt;/Text&gt;&#13;&#10;        &lt;/Box&gt;&#13;&#10;        &lt;Text style={{ fontSize: 30, fontWeight: 'bold', color: '#16232E' }}&gt;核心知识点&lt;/Text&gt;&#13;&#10;        &lt;Text style={{ fontSize: 15, color: '#5A6B7A', marginTop: 10 }}&gt;· 测试夹具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安装与验证&lt;/text&gt;&lt;text x='468' y='500' fontSize='13' fill='#3A4A58' textAnchor='start' fontFamily='Microsoft YaHei'&gt;· 第一个被测模块与测试&lt;/text&gt;&lt;text x='872' y='500' fontSize='13' fill='#3A4A58' textAnchor='start' fontFamily='Microsoft YaHei'&gt;· 断言消息与常见断言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6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0 练习，能为函数写出完整测试套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动手项目 11.1–11.3 投票分析器测试&lt;/text&gt;&lt;text x='84' y='338.75' fontSize='14.5' fill='#3A4A58' textAnchor='start' fontFamily='Microsoft YaHei'&gt;· 限时 30 分钟独立完成基础档&lt;/text&gt;&lt;text x='84' y='369.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pytest 套件 ≥10 条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6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0-1【给函数补测试】&lt;/text&gt;&lt;text x='82' y='197.5' fontSize='13' fill='#3A4A58' textAnchor='start' fontFamily='Microsoft YaHei'&gt;· text_utils.py：包含三个函数&lt;/text&gt;&lt;text x='82' y='226.0' fontSize='13' fill='#3A4A58' textAnchor='start' fontFamily='Microsoft YaHei'&gt;· count_words(text)：返回文本中的单词数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0-5【参数化测试】&lt;/text&gt;&lt;text x='486' y='197.5' fontSize='13' fill='#3A4A58' textAnchor='start' fontFamily='Microsoft YaHei'&gt;· &quot;hello world&quot; → 2&lt;/text&gt;&lt;text x='486' y='226.0' fontSize='13' fill='#3A4A58' textAnchor='start' fontFamily='Microsoft YaHei'&gt;· &quot;&quot; → 0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0-4&lt;/text&gt;&lt;text x='890' y='169.0' fontSize='13' fill='#3A4A58' textAnchor='start' fontFamily='Microsoft YaHei'&gt;· 报告里最有用的是哪几行&lt;/text&gt;&lt;text x='890' y='197.5' fontSize='13' fill='#3A4A58' textAnchor='start' fontFamily='Microsoft YaHei'&gt;· E assert 270 == 90 —— 一眼看出实际值 270、&lt;/text&gt;&lt;text x='890' y='217.0' fontSize='13' fill='#3A4A58' textAnchor='start' fontFamily='Microsoft YaHei'&gt;期望值 90&lt;/text&gt;&lt;text x='890' y='245.5' fontSize='13' fill='#3A4A58' textAnchor='start' fontFamily='Microsoft YaHei'&gt;· + where 270 = calculate_average([80, 90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0 · 小结与验收&lt;/Text&gt;&#13;&#10;        &lt;Text style={{ fontSize: 16, color: '#5A6B7A', marginTop: 6 }}&gt;测试代码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2 节 · 为什么需要测试与三条命名规则&lt;/text&gt;&lt;text x='0' y='64' fontSize='14.5' fill='#3A4A58' fontFamily='Microsoft YaHei'&gt;· 第 53 节 · assert 与测试用例设计&lt;/text&gt;&lt;text x='0' y='94' fontSize='14.5' fill='#3A4A58' fontFamily='Microsoft YaHei'&gt;· 第 54 节 · parametrize、测试类与运行命令&lt;/text&gt;&lt;text x='0' y='124' fontSize='14.5' fill='#3A4A58' fontFamily='Microsoft YaHei'&gt;· 第 55 节 · 测试夹具与示例串讲&lt;/text&gt;&lt;text x='0' y='154' fontSize='14.5' fill='#3A4A58' fontFamily='Microsoft YaHei'&gt;· 第 56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2026-10-29T00:36:02Z</dcterms:created>
  <dcterms:modified xsi:type="dcterms:W3CDTF">2026-10-29T00:36:02Z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