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14 · 单元 14 · Play 按钮与记分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75 节 游戏状态机与 Button 类</a:t>
            </a:r>
          </a:p>
          <a:p>
            <a:r>
              <a:rPr lang="zh-CN" dirty="0"/>
              <a:t>· 第 76 节 记分牌与数据格式化</a:t>
            </a:r>
          </a:p>
          <a:p>
            <a:r>
              <a:rPr lang="zh-CN" dirty="0"/>
              <a:t>· 第 77 节 动态难度与余下飞船数</a:t>
            </a:r>
          </a:p>
          <a:p>
            <a:r>
              <a:rPr lang="zh-CN" dirty="0"/>
              <a:t>· 第 78 节 实战、答案与自查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14 · 单元 14 · Play 按钮与记分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75 节 游戏状态机与 Button 类</a:t>
            </a:r>
          </a:p>
          <a:p>
            <a:r>
              <a:rPr lang="zh-CN" dirty="0"/>
              <a:t>· 第 76 节 记分牌与数据格式化</a:t>
            </a:r>
          </a:p>
          <a:p>
            <a:r>
              <a:rPr lang="zh-CN" dirty="0"/>
              <a:t>· 第 77 节 动态难度与余下飞船数</a:t>
            </a:r>
          </a:p>
          <a:p>
            <a:r>
              <a:rPr lang="zh-CN" dirty="0"/>
              <a:t>· 第 78 节 实战、答案与自查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75 节 · 游戏状态机与 Button 类</a:t>
            </a:r>
          </a:p>
          <a:p>
            <a:r>
              <a:rPr lang="zh-CN" dirty="0"/>
              <a:t>单元 14 · Play 按钮与记分 · W16–W17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学习目标：把游戏做成 inactive / active / game over 三态；理解 font.render 才能显示文字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现场写 Button 类并让它响应点击</a:t>
            </a:r>
          </a:p>
          <a:p>
            <a:r>
              <a:rPr lang="zh-CN" dirty="0"/>
              <a:t>· 把 stats.game_active 注释掉，看游戏怎么变</a:t>
            </a:r>
          </a:p>
          <a:p>
            <a:r>
              <a:rPr lang="zh-CN" dirty="0"/>
              <a:t>· 故意点 Play 两次，看会重置几次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14.1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75 节 · 游戏状态机与 Button 类</a:t>
            </a:r>
          </a:p>
          <a:p>
            <a:r>
              <a:rPr lang="zh-CN" dirty="0"/>
              <a:t>单元 14 · Play 按钮与记分 · W16–W17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学习目标：把游戏做成 inactive / active / game over 三态；理解 font.render 才能显示文字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现场写 Button 类并让它响应点击</a:t>
            </a:r>
          </a:p>
          <a:p>
            <a:r>
              <a:rPr lang="zh-CN" dirty="0"/>
              <a:t>· 把 stats.game_active 注释掉，看游戏怎么变</a:t>
            </a:r>
          </a:p>
          <a:p>
            <a:r>
              <a:rPr lang="zh-CN" dirty="0"/>
              <a:t>· 故意点 Play 两次，看会重置几次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14.1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75 节 · 核心知识点：游戏状态机与 Button 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本节目标：把游戏做成 inactive / active / game over 三态；理解 font.render 才能显示文字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75 节 · 核心知识点：游戏状态机与 Button 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本节目标：把游戏做成 inactive / active / game over 三态；理解 font.render 才能显示文字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76 节 · 记分牌与数据格式化</a:t>
            </a:r>
          </a:p>
          <a:p>
            <a:r>
              <a:rPr lang="zh-CN" dirty="0"/>
              <a:t>单元 14 · Play 按钮与记分 · 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学习目标：用 prep_* 方法把数据渲染成图像；掌握 round 和千分位格式化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prep_score 与 prep_high_score</a:t>
            </a:r>
          </a:p>
          <a:p>
            <a:r>
              <a:rPr lang="zh-CN" dirty="0"/>
              <a:t>· 把 round(score, -1) 去掉，看分数怎么变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14.3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76 节 · 记分牌与数据格式化</a:t>
            </a:r>
          </a:p>
          <a:p>
            <a:r>
              <a:rPr lang="zh-CN" dirty="0"/>
              <a:t>单元 14 · Play 按钮与记分 · 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学习目标：用 prep_* 方法把数据渲染成图像；掌握 round 和千分位格式化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prep_score 与 prep_high_score</a:t>
            </a:r>
          </a:p>
          <a:p>
            <a:r>
              <a:rPr lang="zh-CN" dirty="0"/>
              <a:t>· 把 round(score, -1) 去掉，看分数怎么变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14.3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76 节 · 核心知识点：记分牌与数据格式化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本节目标：用 prep_* 方法把数据渲染成图像；掌握 round 和千分位格式化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76 节 · 核心知识点：记分牌与数据格式化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本节目标：用 prep_* 方法把数据渲染成图像；掌握 round 和千分位格式化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77 节 · 动态难度与余下飞船数</a:t>
            </a:r>
          </a:p>
          <a:p>
            <a:r>
              <a:rPr lang="zh-CN" dirty="0"/>
              <a:t>单元 14 · Play 按钮与记分 · 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speedup_scale / score_scale 与 initialize_dynamic_settings 的配合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increase_speed 并观察难度曲线</a:t>
            </a:r>
          </a:p>
          <a:p>
            <a:r>
              <a:rPr lang="zh-CN" dirty="0"/>
              <a:t>· 用 Group + 小 Ship 图标显示余下命数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完成动手项目：最高分做 JSON 持久化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77 节 · 动态难度与余下飞船数</a:t>
            </a:r>
          </a:p>
          <a:p>
            <a:r>
              <a:rPr lang="zh-CN" dirty="0"/>
              <a:t>单元 14 · Play 按钮与记分 · 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speedup_scale / score_scale 与 initialize_dynamic_settings 的配合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increase_speed 并观察难度曲线</a:t>
            </a:r>
          </a:p>
          <a:p>
            <a:r>
              <a:rPr lang="zh-CN" dirty="0"/>
              <a:t>· 用 Group + 小 Ship 图标显示余下命数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完成动手项目：最高分做 JSON 持久化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77 节 · 核心知识点：动态难度与余下飞船数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speedup_scale / score_scale 与 initialize_dynamic_settings 的配合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77 节 · 核心知识点：动态难度与余下飞船数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speedup_scale / score_scale 与 initialize_dynamic_settings 的配合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78 节 · 实战、答案与自查</a:t>
            </a:r>
          </a:p>
          <a:p>
            <a:r>
              <a:rPr lang="zh-CN" dirty="0"/>
              <a:t>单元 14 · Play 按钮与记分 · 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14 练习，逐条自查常见错误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逐条演示六、里的每个错误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产出：带 Play 按钮与完整记分牌的外星人入侵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78 节 · 实战、答案与自查</a:t>
            </a:r>
          </a:p>
          <a:p>
            <a:r>
              <a:rPr lang="zh-CN" dirty="0"/>
              <a:t>单元 14 · Play 按钮与记分 · W17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14 练习，逐条自查常见错误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逐条演示六、里的每个错误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产出：带 Play 按钮与完整记分牌的外星人入侵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78 节 · 核心知识点：实战、答案与自查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14 练习，逐条自查常见错误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78 节 · 核心知识点：实战、答案与自查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14 练习，逐条自查常见错误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14 小结 · 单元 14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14 小结 · 单元 14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4&lt;/Text&gt;&#13;&#10;        &lt;Text style={{ fontSize: 38, fontWeight: 'bold', color: '#FFFFFF', marginTop: 6 }}&gt;Play 按钮与记分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196' width='1152' height='38' rx='7' fill='#FFFFFF' /&gt;&lt;text x='16' y='221' fontSize='15' fontWeight='bold' fill='#1F5FA8' fontFamily='Microsoft YaHei'&gt;第 75 节&lt;/text&gt;&lt;text x='96' y='221' fontSize='15' fill='#16232E' fontFamily='Microsoft YaHei'&gt;游戏状态机与 Button 类&lt;/text&gt;&lt;text x='1080' y='221' fontSize='13' fill='#5A6B7A' textAnchor='end' fontFamily='Microsoft YaHei'&gt;W16–W17&lt;/text&gt;&lt;rect x='0' y='238' width='1152' height='38' rx='7' fill='#F2F7FD' /&gt;&lt;text x='16' y='263' fontSize='15' fontWeight='bold' fill='#1F5FA8' fontFamily='Microsoft YaHei'&gt;第 76 节&lt;/text&gt;&lt;text x='96' y='263' fontSize='15' fill='#16232E' fontFamily='Microsoft YaHei'&gt;记分牌与数据格式化&lt;/text&gt;&lt;text x='1080' y='263' fontSize='13' fill='#5A6B7A' textAnchor='end' fontFamily='Microsoft YaHei'&gt;W16–W17&lt;/text&gt;&lt;rect x='0' y='280' width='1152' height='38' rx='7' fill='#FFFFFF' /&gt;&lt;text x='16' y='305' fontSize='15' fontWeight='bold' fill='#1F5FA8' fontFamily='Microsoft YaHei'&gt;第 77 节&lt;/text&gt;&lt;text x='96' y='305' fontSize='15' fill='#16232E' fontFamily='Microsoft YaHei'&gt;动态难度与余下飞船数&lt;/text&gt;&lt;text x='1080' y='305' fontSize='13' fill='#5A6B7A' textAnchor='end' fontFamily='Microsoft YaHei'&gt;W16–W17&lt;/text&gt;&lt;rect x='0' y='322' width='1152' height='38' rx='7' fill='#F2F7FD' /&gt;&lt;text x='16' y='347' fontSize='15' fontWeight='bold' fill='#1F5FA8' fontFamily='Microsoft YaHei'&gt;第 78 节&lt;/text&gt;&lt;text x='96' y='347' fontSize='15' fill='#16232E' fontFamily='Microsoft YaHei'&gt;实战、答案与自查&lt;/text&gt;&lt;text x='1080' y='347' fontSize='13' fill='#5A6B7A' textAnchor='end' fontFamily='Microsoft YaHei'&gt;W16–W17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4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14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Play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按钮与记分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14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5 / 111 节&lt;/Text&gt;&#13;&#10;        &lt;/Box&gt;&#13;&#10;        &lt;Text style={{ fontSize: 30, fontWeight: 'bold', color: '#16232E' }}&gt;游戏状态机与 Button 类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把游戏做成 inactive / active / game over 三态；理解 font.render 才能显示文字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写 Button 类并让它响应点击&lt;/text&gt;&lt;text x='84' y='338.75' fontSize='14.5' fill='#3A4A58' textAnchor='start' fontFamily='Microsoft YaHei'&gt;· 把 stats.game_active 注释掉，看游戏怎么变&lt;/text&gt;&lt;text x='84' y='369.5' fontSize='14.5' fill='#3A4A58' textAnchor='start' fontFamily='Microsoft YaHei'&gt;· 故意点 Play 两次，看会重置几次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4.1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游戏状态机与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Button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5 节&lt;/Text&gt;&#13;&#10;        &lt;/Box&gt;&#13;&#10;        &lt;Text style={{ fontSize: 30, fontWeight: 'bold', color: '#16232E' }}&gt;核心知识点&lt;/Text&gt;&#13;&#10;        &lt;Text style={{ fontSize: 15, color: '#5A6B7A', marginTop: 10 }}&gt;· 游戏状态机与 Button 类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游戏状态机：从「一启动就玩」到「有开始界面」&lt;/text&gt;&lt;text x='82' y='169.0' fontSize='13' fill='#3A4A58' textAnchor='start' fontFamily='Microsoft YaHei'&gt;· inactive：刚启动或上一局结束，屏幕上只有 Play 按钮，飞船不动、外星人不生成。&lt;/text&gt;&lt;text x='82' y='197.5' fontSize='13' fill='#3A4A58' textAnchor='start' fontFamily='Microsoft YaHei'&gt;· active：点过 Play，一切正常运转。&lt;/text&gt;&lt;text x='82' y='226.0' fontSize='13' fill='#3A4A58' textAnchor='start' fontFamily='Microsoft YaHei'&gt;· 教材没有单独的 game_over 变量——「game over」就是「active 又变回 inac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Button 类：Pygame 的文字不是「画」出…&lt;/text&gt;&lt;text x='686' y='169.0' fontSize='13' fill='#3A4A58' textAnchor='start' fontFamily='Microsoft YaHei'&gt;· 按钮为什么要自己持有 screen 和 screen_rect？ 因为它要自己画自己（draw_but…&lt;/text&gt;&lt;text x='686' y='197.5' fontSize='13' fill='#3A4A58' textAnchor='start' fontFamily='Microsoft YaHei'&gt;· _prep_msg() 只在构造时调用一次：文字不变，每帧重渲染纯属浪费。&lt;/text&gt;&lt;text x='686' y='226.0' fontSize='13' fill='#3A4A58' textAnchor='start' fontFamily='Microsoft YaHei'&gt;· render() 的 True 是抗锯齿，写 False 就是马赛克字；参数顺序是「文字、抗锯齿&lt;/text&gt;&lt;text x='686' y='245.5' fontSize='13' fill='#3A4A58' textAnchor='start' fontFamily='Microsoft YaHei'&gt;、前景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游戏状态机与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Button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6 / 111 节&lt;/Text&gt;&#13;&#10;        &lt;/Box&gt;&#13;&#10;        &lt;Text style={{ fontSize: 30, fontWeight: 'bold', color: '#16232E' }}&gt;记分牌与数据格式化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用 prep_ 方法把数据渲染成图像；掌握 round 和千分位格式化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 prep_score 与 prep_high_score&lt;/text&gt;&lt;text x='84' y='338.75' fontSize='14.5' fill='#3A4A58' textAnchor='start' fontFamily='Microsoft YaHei'&gt;· 把 round(score, -1) 去掉，看分数怎么变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4.3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记分牌与数据格式化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6 节&lt;/Text&gt;&#13;&#10;        &lt;/Box&gt;&#13;&#10;        &lt;Text style={{ fontSize: 30, fontWeight: 'bold', color: '#16232E' }}&gt;核心知识点&lt;/Text&gt;&#13;&#10;        &lt;Text style={{ fontSize: 15, color: '#5A6B7A', marginTop: 10 }}&gt;· 记分牌与数据格式化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点下 Play 之后：开始、重置、非活动与隐藏光标&lt;/text&gt;&lt;text x='82' y='169.0' fontSize='13' fill='#3A4A58' textAnchor='start' fontFamily='Microsoft YaHei'&gt;· 「将 Play 按钮切换到非活动状态」：游戏开始后按钮不该还能点。教材不删按钮，只&lt;/text&gt;&lt;text x='82' y='188.5' fontSize='13' fill='#3A4A58' textAnchor='start' fontFamily='Microsoft YaHei'&gt;在判断时加一个条件—…&lt;/text&gt;&lt;text x='82' y='217.0' fontSize='13' fill='#3A4A58' textAnchor='start' fontFamily='Microsoft YaHei'&gt;· 「隐藏光标」必须成对：游戏中 set_visible(False)，结束时 set_visible(T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记分牌：数据与显示分离、格式化与最高分&lt;/text&gt;&lt;text x='686' y='169.0' fontSize='13' fill='#3A4A58' textAnchor='start' fontFamily='Microsoft YaHei'&gt;· 格式化两招：round(1234567, -1) 舍入到十位得 1234570；&quot;｛:,｝&quot;.form…&lt;/text&gt;&lt;text x='686' y='197.5' fontSize='13' fill='#3A4A58' textAnchor='start' fontFamily='Microsoft YaHei'&gt;· 最高分为什么不能在重置时清零，这是本章的重点思想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记分牌与数据格式化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7 / 111 节&lt;/Text&gt;&#13;&#10;        &lt;/Box&gt;&#13;&#10;        &lt;Text style={{ fontSize: 30, fontWeight: 'bold', color: '#16232E' }}&gt;动态难度与余下飞船数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 speedup_scale / score_scale 与 initialize_dynamic_settings 的配合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 increase_speed 并观察难度曲线&lt;/text&gt;&lt;text x='84' y='338.75' fontSize='14.5' fill='#3A4A58' textAnchor='start' fontFamily='Microsoft YaHei'&gt;· 用 Group + 小 Ship 图标显示余下命数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完成动手项目：最高分做 JSON 持久化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动态难度与余下飞船数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7 节&lt;/Text&gt;&#13;&#10;        &lt;/Box&gt;&#13;&#10;        &lt;Text style={{ fontSize: 30, fontWeight: 'bold', color: '#16232E' }}&gt;核心知识点&lt;/Text&gt;&#13;&#10;        &lt;Text style={{ fontSize: 15, color: '#5A6B7A', marginTop: 10 }}&gt;· 动态难度与余下飞船数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5 动态难度：speedup_scale 与 scor…&lt;/text&gt;&lt;text x='82' y='169.0' fontSize='13' fill='#3A4A58' textAnchor='start' fontFamily='Microsoft YaHei'&gt;· speedup_scale = 1.1：每升一级，ship_speed / bullet_speed…&lt;/text&gt;&lt;text x='82' y='197.5' fontSize='13' fill='#3A4A58' textAnchor='start' fontFamily='Microsoft YaHei'&gt;· score_scale = 1.5：每升一级，alien_points 乘 1.5。&lt;/text&gt;&lt;text x='82' y='226.0' fontSize='13' fill='#3A4A58' textAnchor='start' fontFamily='Microsoft YaHei'&gt;· initialize_dynamic_settings()：取初始值，点 Play 重置时调用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6 余下的飞船数：Group + Ship 的复用&lt;/text&gt;&lt;text x='686' y='169.0' fontSize='13' fill='#3A4A58' textAnchor='start' fontFamily='Microsoft YaHei'&gt;· Group() 是 Pygame 的精灵编组，像一艘航空母舰，把一堆 Sprite 装进去统一管理&lt;/text&gt;&lt;text x='686' y='188.5' fontSize='13' fill='#3A4A58' textAnchor='start' fontFamily='Microsoft YaHei'&gt;，s…&lt;/text&gt;&lt;text x='686' y='217.0' fontSize='13' fill='#3A4A58' textAnchor='start' fontFamily='Microsoft YaHei'&gt;· 每个小图标都是一个完整的 Ship 对象——有图片、有 rect、有速度，只是不更新位&lt;/text&gt;&lt;text x='686' y='236.5' fontSize='13' fill='#3A4A58' textAnchor='start' fontFamily='Microsoft YaHei'&gt;置，纯粹借它的「…&lt;/text&gt;&lt;text x='686' y='265.0' fontSize='13' fill='#3A4A58' textAnchor='start' fontFamily='Microsoft YaHei'&gt;· ship.rect.width 是图片宽度，用它当间距，图标之间刚好不重叠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动态难度与余下飞船数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8 / 111 节&lt;/Text&gt;&#13;&#10;        &lt;/Box&gt;&#13;&#10;        &lt;Text style={{ fontSize: 30, fontWeight: 'bold', color: '#16232E' }}&gt;实战、答案与自查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4 练习，逐条自查常见错误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条演示六、里的每个错误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带 Play 按钮与完整记分牌的外星人入侵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实战、答案与自查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8 节&lt;/Text&gt;&#13;&#10;        &lt;/Box&gt;&#13;&#10;        &lt;Text style={{ fontSize: 30, fontWeight: 'bold', color: '#16232E' }}&gt;核心知识点&lt;/Text&gt;&#13;&#10;        &lt;Text style={{ fontSize: 15, color: '#5A6B7A', marginTop: 10 }}&gt;· 实战、答案与自查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4-1【按钮定位函数】&lt;/text&gt;&lt;text x='82' y='197.5' fontSize='13' fill='#3A4A58' textAnchor='start' fontFamily='Microsoft YaHei'&gt;· 练习 14-2【GameStats 的生命周期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4-3【Play 按钮的显隐与光标】&lt;/text&gt;&lt;text x='486' y='197.5' fontSize='13' fill='#3A4A58' textAnchor='start' fontFamily='Microsoft YaHei'&gt;· 练习 14-4【最高分持久化】（教材未涉及，补充说明：&lt;/text&gt;&lt;text x='486' y='217.0' fontSize='13' fill='#3A4A58' textAnchor='start' fontFamily='Microsoft YaHei'&gt;练习性质的增强）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4-1&lt;/text&gt;&lt;text x='890' y='169.0' fontSize='13' fill='#3A4A58' textAnchor='start' fontFamily='Microsoft YaHei'&gt;· 预期输出：&lt;/text&gt;&lt;text x='64' y='470' fontSize='14.5' fontWeight='bold' fill='#0E9B78' textAnchor='start' fontFamily='Microsoft YaHei'&gt;本节的代码示例&lt;/text&gt;&lt;text x='64' y='500' fontSize='13' fill='#3A4A58' textAnchor='start' fontFamily='Microsoft YaHei'&gt;· 完整的 Button 类 + 点击判定&lt;/text&gt;&lt;text x='468' y='500' fontSize='13' fill='#3A4A58' textAnchor='start' fontFamily='Microsoft YaHei'&gt;· 动态难度——initialize_dynamic_settings…&lt;/text&gt;&lt;text x='872' y='500' fontSize='13' fill='#3A4A58' textAnchor='start' fontFamily='Microsoft YaHei'&gt;· Scoreboard 的「准备图像」模式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4 · 第 7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实战、答案与自查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4 · 小结与验收&lt;/Text&gt;&#13;&#10;        &lt;Text style={{ fontSize: 16, color: '#5A6B7A', marginTop: 6 }}&gt;Play 按钮与记分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75 节 · 游戏状态机与 Button 类&lt;/text&gt;&lt;text x='0' y='64' fontSize='14.5' fill='#3A4A58' fontFamily='Microsoft YaHei'&gt;· 第 76 节 · 记分牌与数据格式化&lt;/text&gt;&lt;text x='0' y='94' fontSize='14.5' fill='#3A4A58' fontFamily='Microsoft YaHei'&gt;· 第 77 节 · 动态难度与余下飞船数&lt;/text&gt;&lt;text x='0' y='124' fontSize='14.5' fill='#3A4A58' fontFamily='Microsoft YaHei'&gt;· 第 78 节 · 实战、答案与自查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4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14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Play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按钮与记分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14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2026-10-16T00:46:02Z</dcterms:created>
  <dcterms:modified xsi:type="dcterms:W3CDTF">2026-10-16T00:46:02Z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