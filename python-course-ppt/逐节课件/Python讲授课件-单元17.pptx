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1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0" Type="http://schemas.openxmlformats.org/officeDocument/2006/relationships/slide" Target="slides/slide10.xml" /><Relationship Id="rId13" Type="http://schemas.openxmlformats.org/officeDocument/2006/relationships/tableStyles" Target="tableStyles.xml" /><Relationship Id="rId12" Type="http://schemas.openxmlformats.org/officeDocument/2006/relationships/presProps" Target="pres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4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6.svg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8.svg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9.sv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0.sv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7&lt;/Text&gt;&#13;&#10;        &lt;Text style={{ fontSize: 38, fontWeight: 'bold', color: '#FFFFFF', marginTop: 6 }}&gt;使用 API 与 Plotly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4 节课&lt;/text&gt;&#13;&#10;            &lt;rect x='0' y='56.0' width='1152' height='48.0' rx='7' fill='#FFFFFF' /&gt;&lt;text x='16' y='85.0' fontSize='15' fontWeight='bold' fill='#1F5FA8' fontFamily='Microsoft YaHei'&gt;第 88 节&lt;/text&gt;&lt;text x='96' y='85.0' fontSize='15' fill='#16232E' fontFamily='Microsoft YaHei'&gt;API 概念与 Requests&lt;/text&gt;&lt;text x='1080' y='85.0' fontSize='13' fill='#5A6B7A' textAnchor='end' fontFamily='Microsoft YaHei'&gt;W21&lt;/text&gt;&lt;rect x='0' y='155.0' width='1152' height='48.0' rx='7' fill='#F2F7FD' /&gt;&lt;text x='16' y='184.0' fontSize='15' fontWeight='bold' fill='#1F5FA8' fontFamily='Microsoft YaHei'&gt;第 89 节&lt;/text&gt;&lt;text x='96' y='184.0' fontSize='15' fill='#16232E' fontFamily='Microsoft YaHei'&gt;GitHub API 与速率限制&lt;/text&gt;&lt;text x='1080' y='184.0' fontSize='13' fill='#5A6B7A' textAnchor='end' fontFamily='Microsoft YaHei'&gt;W21&lt;/text&gt;&lt;rect x='0' y='254.0' width='1152' height='48.0' rx='7' fill='#FFFFFF' /&gt;&lt;text x='16' y='283.0' fontSize='15' fontWeight='bold' fill='#1F5FA8' fontFamily='Microsoft YaHei'&gt;第 90 节&lt;/text&gt;&lt;text x='96' y='283.0' fontSize='15' fill='#16232E' fontFamily='Microsoft YaHei'&gt;Plotly 可视化与可点击链接&lt;/text&gt;&lt;text x='1080' y='283.0' fontSize='13' fill='#5A6B7A' textAnchor='end' fontFamily='Microsoft YaHei'&gt;W21&lt;/text&gt;&lt;rect x='0' y='353.0' width='1152' height='48.0' rx='7' fill='#F2F7FD' /&gt;&lt;text x='16' y='382.0' fontSize='15' fontWeight='bold' fill='#1F5FA8' fontFamily='Microsoft YaHei'&gt;第 91 节&lt;/text&gt;&lt;text x='96' y='382.0' fontSize='15' fill='#16232E' fontFamily='Microsoft YaHei'&gt;Hacker News API 与动手实战&lt;/text&gt;&lt;text x='1080' y='382.0' fontSize='13' fill='#5A6B7A' textAnchor='end' fontFamily='Microsoft YaHei'&gt;W21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7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17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使用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与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Plotly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3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8 / 111 节&lt;/Text&gt;&#13;&#10;        &lt;/Box&gt;&#13;&#10;        &lt;Text style={{ fontSize: 30, fontWeight: 'bold', color: '#16232E' }}&gt;API 概念与 Requests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 API 是什么；会用 requests.get 并检查 status_code、用 .json() 拿字典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发一次请求并打印 status_code 与响应前 200 字符&lt;/text&gt;&lt;text x='84' y='338.75' fontSize='14.5' fill='#3A4A58' textAnchor='start' fontFamily='Microsoft YaHei'&gt;· 故意请求一个不存在的 URL 看 404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装好 requests 并跑通第一个 API 调用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5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28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概念与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Requests</a:t>
            </a:r>
            <a:endParaRPr/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8 节&lt;/Text&gt;&#13;&#10;        &lt;/Box&gt;&#13;&#10;        &lt;Text style={{ fontSize: 30, fontWeight: 'bold', color: '#16232E' }}&gt;核心知识点&lt;/Text&gt;&#13;&#10;        &lt;Text style={{ fontSize: 15, color: '#5A6B7A', marginTop: 10 }}&gt;· API 概念与 Requests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API 是什么：餐厅服务员的类比&lt;/text&gt;&lt;text x='82' y='169.0' fontSize='13' fill='#3A4A58' textAnchor='start' fontFamily='Microsoft YaHei'&gt;· API（Application Programming Interface，&lt;/text&gt;&lt;text x='82' y='188.5' fontSize='13' fill='#3A4A58' textAnchor='start' fontFamily='Microsoft YaHei'&gt;应用程序编程接口）&lt;/text&gt;&lt;text x='82' y='217.0' fontSize='13' fill='#3A4A58' textAnchor='start' fontFamily='Microsoft YaHei'&gt;· 先建立一件容易被忽略的事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requests.get() 与响应对象…&lt;/text&gt;&lt;text x='486' y='169.0' fontSize='13' fill='#3A4A58' textAnchor='start' fontFamily='Microsoft YaHei'&gt;· status_code 必须先看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.json()：把响应体变成字典 ★&lt;/text&gt;&lt;text x='890' y='169.0' fontSize='13' fill='#3A4A58' textAnchor='start' fontFamily='Microsoft YaHei'&gt;· 取值路线就是一层层剥：response_dict[&quot;items&quot;][0]&lt;/text&gt;&lt;text x='890' y='188.5' fontSize='13' fill='#3A4A58' textAnchor='start' fontFamily='Microsoft YaHei'&gt;[&quot;owner&quot;][&quot;logi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1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438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API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概念与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Requests</a:t>
            </a:r>
            <a:endParaRPr/>
          </a:p>
        </p:txBody>
      </p:sp>
      <p:pic>
        <p:nvPicPr>
          <p:cNvPr id="3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89 / 111 节&lt;/Text&gt;&#13;&#10;        &lt;/Box&gt;&#13;&#10;        &lt;Text style={{ fontSize: 30, fontWeight: 'bold', color: '#16232E' }}&gt;GitHub API 与速率限制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调 GitHub search API 提取仓库信息；知道未认证每小时 60 次的限制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提取前 5 个热门仓库的 name / stars / url&lt;/text&gt;&lt;text x='84' y='338.75' fontSize='14.5' fill='#3A4A58' textAnchor='start' fontFamily='Microsoft YaHei'&gt;· 打印 X-RateLimit-Remaining 看剩余次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给自己常看的语言拉一份 TOP 20 仓库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1337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GitHub API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与速率限制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89 节&lt;/Text&gt;&#13;&#10;        &lt;/Box&gt;&#13;&#10;        &lt;Text style={{ fontSize: 30, fontWeight: 'bold', color: '#16232E' }}&gt;核心知识点&lt;/Text&gt;&#13;&#10;        &lt;Text style={{ fontSize: 15, color: '#5A6B7A', marginTop: 10 }}&gt;· GitHub API 与速率限制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GitHub search API…&lt;/text&gt;&lt;text x='82' y='169.0' fontSize='13' fill='#3A4A58' textAnchor='start' fontFamily='Microsoft YaHei'&gt;· 请求头（headers）是 API 的另一半。&lt;/text&gt;&lt;text x='82' y='197.5' fontSize='13' fill='#3A4A58' textAnchor='start' fontFamily='Microsoft YaHei'&gt;· 速率限制。&lt;/text&gt;&lt;text x='82' y='226.0' fontSize='13' fill='#3A4A58' textAnchor='start' fontFamily='Microsoft YaHei'&gt;· 四条必须养成的工程习惯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Plotly 可视化仓库：悬停提示与颜色&lt;/text&gt;&lt;text x='686' y='169.0' fontSize='13' fill='#3A4A58' textAnchor='start' fontFamily='Microsoft YaHei'&gt;· 数据齐了，进入 17.2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8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89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00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GitHub API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与速率限制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0 / 111 节&lt;/Text&gt;&#13;&#10;        &lt;/Box&gt;&#13;&#10;        &lt;Text style={{ fontSize: 30, fontWeight: 'bold', color: '#16232E' }}&gt;Plotly 可视化与可点击链接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会用 px.bar 可视化；会用 customdata + hovertemplate 做可点击链接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画出仓库条形图并加悬停内容&lt;/text&gt;&lt;text x='84' y='338.75' fontSize='14.5' fill='#3A4A58' textAnchor='start' fontFamily='Microsoft YaHei'&gt;· 让图表里的仓库名能点击跳转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教材 17.2 全部动手练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Plotly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可视化与可点击链接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0 节&lt;/Text&gt;&#13;&#10;        &lt;/Box&gt;&#13;&#10;        &lt;Text style={{ fontSize: 30, fontWeight: 'bold', color: '#16232E' }}&gt;核心知识点&lt;/Text&gt;&#13;&#10;        &lt;Text style={{ fontSize: 15, color: '#5A6B7A', marginTop: 10 }}&gt;· Plotly 可视化与可点击链接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★ 可单击链接：custom_data 与 hov…&lt;/text&gt;&lt;text x='82' y='169.0' fontSize='13' fill='#3A4A58' textAnchor='start' fontFamily='Microsoft YaHei'&gt;· 问题在哪？&lt;/text&gt;&lt;text x='82' y='197.5' fontSize='13' fill='#3A4A58' textAnchor='start' fontFamily='Microsoft YaHei'&gt;· 为什么链接文字是写死的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Hacker News API：先拿列表…&lt;/text&gt;&lt;text x='686' y='169.0' fontSize='13' fill='#3A4A58' textAnchor='start' fontFamily='Microsoft YaHei'&gt;· 为什么这么设计？&lt;/text&gt;&lt;text x='64' y='470' fontSize='14.5' fontWeight='bold' fill='#0E9B78' textAnchor='start' fontFamily='Microsoft YaHei'&gt;本节的代码示例&lt;/text&gt;&lt;text x='64' y='500' fontSize='13' fill='#3A4A58' textAnchor='start' fontFamily='Microsoft YaHei'&gt;· 认识 API 网址的结构 + 第一次调用&lt;/text&gt;&lt;text x='468' y='500' fontSize='13' fill='#3A4A58' textAnchor='start' fontFamily='Microsoft YaHei'&gt;· 处理响应字典——提取平行列表&lt;/text&gt;&lt;text x='872' y='500' fontSize='13' fill='#3A4A58' textAnchor='start' fontFamily='Microsoft YaHei'&gt;· 速率限制守门员 + 缓存响应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90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Plotly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可视化与可点击链接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91 / 111 节&lt;/Text&gt;&#13;&#10;        &lt;/Box&gt;&#13;&#10;        &lt;Text style={{ fontSize: 30, fontWeight: 'bold', color: '#16232E' }}&gt;Hacker News API 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「先拿列表再取详情」的两段式调用；给 API 调用加容错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Hacker News 抓取&lt;/text&gt;&lt;text x='84' y='338.75' fontSize='14.5' fill='#3A4A58' textAnchor='start' fontFamily='Microsoft YaHei'&gt;· 故意让某个 id 请求失败，看程序会不会崩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能拉 GitHub 数据并出交互图的脚本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9814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Hacker News API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与动手实战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91 节&lt;/Text&gt;&#13;&#10;        &lt;/Box&gt;&#13;&#10;        &lt;Text style={{ fontSize: 30, fontWeight: 'bold', color: '#16232E' }}&gt;核心知识点&lt;/Text&gt;&#13;&#10;        &lt;Text style={{ fontSize: 15, color: '#5A6B7A', marginTop: 10 }}&gt;· Hacker News API 与动手实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7-1【API 网址解析器与响应字典解剖】&lt;/text&gt;&lt;text x='82' y='197.5' fontSize='13' fill='#3A4A58' textAnchor='start' fontFamily='Microsoft YaHei'&gt;· 练习 17-2【API 观测台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7-3【★ 可点击的仓库榜（带缓存与兜底）】&lt;/text&gt;&lt;text x='486' y='197.5' fontSize='13' fill='#3A4A58' textAnchor='start' fontFamily='Microsoft YaHei'&gt;· 练习 17-4【Hacker News 摘要机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7-4&lt;/text&gt;&lt;text x='890' y='169.0' fontSize='13' fill='#3A4A58' textAnchor='start' fontFamily='Microsoft YaHei'&gt;· 1. 简答题&lt;/text&gt;&lt;text x='890' y='197.5' fontSize='13' fill='#3A4A58' textAnchor='start' fontFamily='Microsoft YaHei'&gt;· 2. 判断题&lt;/text&gt;&lt;text x='890' y='226.0' fontSize='13' fill='#3A4A58' textAnchor='start' fontFamily='Microsoft YaHei'&gt;· 3. 简答题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7 · 第 9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91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20002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Hacker News API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与动手实战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7 · 小结与验收&lt;/Text&gt;&#13;&#10;        &lt;Text style={{ fontSize: 16, color: '#5A6B7A', marginTop: 6 }}&gt;使用 API 与 Plotly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88 节 · API 概念与 Requests&lt;/text&gt;&lt;text x='0' y='64' fontSize='14.5' fill='#3A4A58' fontFamily='Microsoft YaHei'&gt;· 第 89 节 · GitHub API 与速率限制&lt;/text&gt;&lt;text x='0' y='94' fontSize='14.5' fill='#3A4A58' fontFamily='Microsoft YaHei'&gt;· 第 90 节 · Plotly 可视化与可点击链接&lt;/text&gt;&lt;text x='0' y='124' fontSize='14.5' fill='#3A4A58' fontFamily='Microsoft YaHei'&gt;· 第 91 节 · Hacker News API 与动手实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7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17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使用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Plotly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17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17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2026-10-29T00:40:44Z</dcterms:created>
  <dcterms:modified xsi:type="dcterms:W3CDTF">2026-10-29T00:40:44Z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{"AIGC":{"Label":"1","ContentProducer":"00119111010856365494821B355","ProduceID":"01a183579b68743e9c290638234d6294","ReservedCode1":"","ContentPropagator":"00119111010856365494821B355","PropagateID":"01a183579b68743e9c290638234d6294","ReservedCode2":""}}</vt:lpwstr>
  </property>
</Properties>
</file>