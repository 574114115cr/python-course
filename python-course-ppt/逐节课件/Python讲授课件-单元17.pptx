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17 · 单元 17 · 使用 API 与 Plotly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88 节 API 概念与 Requests</a:t>
            </a:r>
          </a:p>
          <a:p>
            <a:r>
              <a:rPr lang="zh-CN" dirty="0"/>
              <a:t>· 第 89 节 GitHub API 与速率限制</a:t>
            </a:r>
          </a:p>
          <a:p>
            <a:r>
              <a:rPr lang="zh-CN" dirty="0"/>
              <a:t>· 第 90 节 Plotly 可视化与可点击链接</a:t>
            </a:r>
          </a:p>
          <a:p>
            <a:r>
              <a:rPr lang="zh-CN" dirty="0"/>
              <a:t>· 第 91 节 Hacker News API 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88 节 · API 概念与 Requests</a:t>
            </a:r>
          </a:p>
          <a:p>
            <a:r>
              <a:rPr lang="zh-CN" dirty="0"/>
              <a:t>单元 17 · 使用 API 与 Plotly · W21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API 是什么；会用 requests.get 并检查 status_code、用 .json() 拿字典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发一次请求并打印 status_code 与响应前 200 字符</a:t>
            </a:r>
          </a:p>
          <a:p>
            <a:r>
              <a:rPr lang="zh-CN" dirty="0"/>
              <a:t>· 故意请求一个不存在的 URL 看 404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装好 requests 并跑通第一个 API 调用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88 节 · 核心知识点：API 概念与 Requests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API 是什么；会用 requests.get 并检查 status_code、用 .json() 拿字典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89 节 · GitHub API 与速率限制</a:t>
            </a:r>
          </a:p>
          <a:p>
            <a:r>
              <a:rPr lang="zh-CN" dirty="0"/>
              <a:t>单元 17 · 使用 API 与 Plotly · W21–W22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学习目标：会调 GitHub search API 提取仓库信息；知道未认证每小时 60 次的限制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提取前 5 个热门仓库的 name / stars / url</a:t>
            </a:r>
          </a:p>
          <a:p>
            <a:r>
              <a:rPr lang="zh-CN" dirty="0"/>
              <a:t>· 打印 X-RateLimit-Remaining 看剩余次数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给自己常看的语言拉一份 TOP 20 仓库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89 节 · 核心知识点：GitHub API 与速率限制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本节目标：会调 GitHub search API 提取仓库信息；知道未认证每小时 60 次的限制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90 节 · Plotly 可视化与可点击链接</a:t>
            </a:r>
          </a:p>
          <a:p>
            <a:r>
              <a:rPr lang="zh-CN" dirty="0"/>
              <a:t>单元 17 · 使用 API 与 Plotly · W22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px.bar 可视化；会用 customdata + hovertemplate 做可点击链接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画出仓库条形图并加悬停内容</a:t>
            </a:r>
          </a:p>
          <a:p>
            <a:r>
              <a:rPr lang="zh-CN" dirty="0"/>
              <a:t>· 让图表里的仓库名能点击跳转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17.2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90 节 · 核心知识点：Plotly 可视化与可点击链接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px.bar 可视化；会用 customdata + hovertemplate 做可点击链接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91 节 · Hacker News API 与动手实战</a:t>
            </a:r>
          </a:p>
          <a:p>
            <a:r>
              <a:rPr lang="zh-CN" dirty="0"/>
              <a:t>单元 17 · 使用 API 与 Plotly · W22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学习目标：掌握「先拿列表再取详情」的两段式调用；给 API 调用加容错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Hacker News 抓取</a:t>
            </a:r>
          </a:p>
          <a:p>
            <a:r>
              <a:rPr lang="zh-CN" dirty="0"/>
              <a:t>· 故意让某个 id 请求失败，看程序会不会崩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产出：能拉 GitHub 数据并出交互图的脚本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91 节 · 核心知识点：Hacker News API 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本节目标：掌握「先拿列表再取详情」的两段式调用；给 API 调用加容错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17 小结 · 单元 17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7&lt;/Text&gt;&#13;&#10;        &lt;Text style={{ fontSize: 38, fontWeight: 'bold', color: '#FFFFFF', marginTop: 6 }}&gt;使用 API 与 Plotly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88 节&lt;/text&gt;&lt;text x='96' y='221' fontSize='15' fill='#16232E' fontFamily='Microsoft YaHei'&gt;API 概念与 Requests&lt;/text&gt;&lt;text x='1080' y='221' fontSize='13' fill='#5A6B7A' textAnchor='end' fontFamily='Microsoft YaHei'&gt;W21&lt;/text&gt;&lt;rect x='0' y='238' width='1152' height='38' rx='7' fill='#F2F7FD' /&gt;&lt;text x='16' y='263' fontSize='15' fontWeight='bold' fill='#1F5FA8' fontFamily='Microsoft YaHei'&gt;第 89 节&lt;/text&gt;&lt;text x='96' y='263' fontSize='15' fill='#16232E' fontFamily='Microsoft YaHei'&gt;GitHub API 与速率限制&lt;/text&gt;&lt;text x='1080' y='263' fontSize='13' fill='#5A6B7A' textAnchor='end' fontFamily='Microsoft YaHei'&gt;W21&lt;/text&gt;&lt;rect x='0' y='280' width='1152' height='38' rx='7' fill='#FFFFFF' /&gt;&lt;text x='16' y='305' fontSize='15' fontWeight='bold' fill='#1F5FA8' fontFamily='Microsoft YaHei'&gt;第 90 节&lt;/text&gt;&lt;text x='96' y='305' fontSize='15' fill='#16232E' fontFamily='Microsoft YaHei'&gt;Plotly 可视化与可点击链接&lt;/text&gt;&lt;text x='1080' y='305' fontSize='13' fill='#5A6B7A' textAnchor='end' fontFamily='Microsoft YaHei'&gt;W21&lt;/text&gt;&lt;rect x='0' y='322' width='1152' height='38' rx='7' fill='#F2F7FD' /&gt;&lt;text x='16' y='347' fontSize='15' fontWeight='bold' fill='#1F5FA8' fontFamily='Microsoft YaHei'&gt;第 91 节&lt;/text&gt;&lt;text x='96' y='347' fontSize='15' fill='#16232E' fontFamily='Microsoft YaHei'&gt;Hacker News API 与动手实战&lt;/text&gt;&lt;text x='1080' y='347' fontSize='13' fill='#5A6B7A' textAnchor='end' fontFamily='Microsoft YaHei'&gt;W2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7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17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使用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与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Plotly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8 / 111 节&lt;/Text&gt;&#13;&#10;        &lt;/Box&gt;&#13;&#10;        &lt;Text style={{ fontSize: 30, fontWeight: 'bold', color: '#16232E' }}&gt;API 概念与 Requests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API 是什么；会用 requests.get 并检查 status_code、用 .json() 拿字典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发一次请求并打印 status_code 与响应前 200 字符&lt;/text&gt;&lt;text x='84' y='338.75' fontSize='14.5' fill='#3A4A58' textAnchor='start' fontFamily='Microsoft YaHei'&gt;· 故意请求一个不存在的 URL 看 404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 requests 并跑通第一个 API 调用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28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概念与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Requests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8 节&lt;/Text&gt;&#13;&#10;        &lt;/Box&gt;&#13;&#10;        &lt;Text style={{ fontSize: 30, fontWeight: 'bold', color: '#16232E' }}&gt;核心知识点&lt;/Text&gt;&#13;&#10;        &lt;Text style={{ fontSize: 15, color: '#5A6B7A', marginTop: 10 }}&gt;· API 概念与 Requests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API 是什么：餐厅服务员的类比&lt;/text&gt;&lt;text x='82' y='169.0' fontSize='13' fill='#3A4A58' textAnchor='start' fontFamily='Microsoft YaHei'&gt;· API（Application Programming Interface，应用程&lt;/text&gt;&lt;text x='82' y='188.5' fontSize='13' fill='#3A4A58' textAnchor='start' fontFamily='Microsoft YaHei'&gt;序编程接口） 是一种…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requests.get() 与响应对象：先看 s…&lt;/text&gt;&lt;text x='486' y='169.0' fontSize='13' fill='#3A4A58' textAnchor='start' fontFamily='Microsoft YaHei'&gt;· status_code 必须先看，200 和 403 后面接的操作完&lt;/text&gt;&lt;text x='486' y='188.5' fontSize='13' fill='#3A4A58' textAnchor='start' fontFamily='Microsoft YaHei'&gt;全不同：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.json()：把响应体变成字典 ★&lt;/text&gt;&lt;text x='890' y='169.0' fontSize='13' fill='#3A4A58' textAnchor='start' fontFamily='Microsoft YaHei'&gt;· 这是 API 调用最关键的一步：把 JSON 文本解析成 Py&lt;/text&gt;&lt;text x='890' y='188.5' fontSize='13' fill='#3A4A58' textAnchor='start' fontFamily='Microsoft YaHei'&gt;thon 的字典和列表，从此你就能用单元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概念与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Requests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9 / 111 节&lt;/Text&gt;&#13;&#10;        &lt;/Box&gt;&#13;&#10;        &lt;Text style={{ fontSize: 30, fontWeight: 'bold', color: '#16232E' }}&gt;GitHub API 与速率限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调 GitHub search API 提取仓库信息；知道未认证每小时 60 次的限制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提取前 5 个热门仓库的 name / stars / url&lt;/text&gt;&lt;text x='84' y='338.75' fontSize='14.5' fill='#3A4A58' textAnchor='start' fontFamily='Microsoft YaHei'&gt;· 打印 X-RateLimit-Remaining 看剩余次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给自己常看的语言拉一份 TOP 20 仓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337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GitHub 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与速率限制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9 节&lt;/Text&gt;&#13;&#10;        &lt;/Box&gt;&#13;&#10;        &lt;Text style={{ fontSize: 30, fontWeight: 'bold', color: '#16232E' }}&gt;核心知识点&lt;/Text&gt;&#13;&#10;        &lt;Text style={{ fontSize: 15, color: '#5A6B7A', marginTop: 10 }}&gt;· GitHub API 与速率限制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GitHub search API：请求头与速率限…&lt;/text&gt;&lt;text x='82' y='169.0' fontSize='13' fill='#3A4A58' textAnchor='start' fontFamily='Microsoft YaHei'&gt;· 请求头（headers）是 API 的另一半。 教材这一步要求带上 headers = ｛&quot;Accep…&lt;/text&gt;&lt;text x='82' y='197.5' fontSize='13' fill='#3A4A58' textAnchor='start' fontFamily='Microsoft YaHei'&gt;· 速率限制。 任何正经 API 都有速率限制——服务器资源有限，人人每秒请求 1000 次&lt;/text&gt;&lt;text x='82' y='217.0' fontSize='13' fill='#3A4A58' textAnchor='start' fontFamily='Microsoft YaHei'&gt;网站就垮了。G…&lt;/text&gt;&lt;text x='82' y='245.5' fontSize='13' fill='#3A4A58' textAnchor='start' fontFamily='Microsoft YaHei'&gt;· 四条必须养成的工程习惯（教材 17.1 反复强调的）：请求包 try/except（否则断网&lt;/text&gt;&lt;text x='82' y='265.0' fontSize='13' fill='#3A4A58' textAnchor='start' fontFamily='Microsoft YaHei'&gt;就崩）、检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Plotly 可视化仓库：悬停提示与颜色&lt;/text&gt;&lt;text x='686' y='169.0' fontSize='13' fill='#3A4A58' textAnchor='start' fontFamily='Microsoft YaHei'&gt;· 数据齐了，进入 17.2。上一单元你用过 px.scatter_geo，这里换 px.bar——横向柱&lt;/text&gt;&lt;text x='686' y='188.5' fontSize='13' fill='#3A4A58' textAnchor='start' fontFamily='Microsoft YaHei'&gt;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00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GitHub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与速率限制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0 / 111 节&lt;/Text&gt;&#13;&#10;        &lt;/Box&gt;&#13;&#10;        &lt;Text style={{ fontSize: 30, fontWeight: 'bold', color: '#16232E' }}&gt;Plotly 可视化与可点击链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x.bar 可视化；会用 customdata + hovertemplate 做可点击链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出仓库条形图并加悬停内容&lt;/text&gt;&lt;text x='84' y='338.75' fontSize='14.5' fill='#3A4A58' textAnchor='start' fontFamily='Microsoft YaHei'&gt;· 让图表里的仓库名能点击跳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7.2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Plotly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可视化与可点击链接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0 节&lt;/Text&gt;&#13;&#10;        &lt;/Box&gt;&#13;&#10;        &lt;Text style={{ fontSize: 30, fontWeight: 'bold', color: '#16232E' }}&gt;核心知识点&lt;/Text&gt;&#13;&#10;        &lt;Text style={{ fontSize: 15, color: '#5A6B7A', marginTop: 10 }}&gt;· Plotly 可视化与可点击链接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★ 可单击链接：custom_data 与 hov…&lt;/text&gt;&lt;text x='82' y='169.0' fontSize='13' fill='#3A4A58' textAnchor='start' fontFamily='Microsoft YaHei'&gt;· 问题在哪？ Plotly 默认只把数据当纯文本显示。URL 看着像网址，但点不动。解法两&lt;/text&gt;&lt;text x='82' y='188.5' fontSize='13' fill='#3A4A58' textAnchor='start' fontFamily='Microsoft YaHei'&gt;步：custo…&lt;/text&gt;&lt;text x='82' y='217.0' fontSize='13' fill='#3A4A58' textAnchor='start' fontFamily='Microsoft YaHei'&gt;· 为什么链接文字是写死的？ HTML 的 ＜a href='地址'＞显示文字＜/a＞ 里地址和文&lt;/text&gt;&lt;text x='82' y='236.5' fontSize='13' fill='#3A4A58' textAnchor='start' fontFamily='Microsoft YaHei'&gt;字是两个…&lt;/text&gt;&lt;text x='82' y='265.0' fontSize='13' fill='#3A4A58' textAnchor='start' fontFamily='Microsoft YaHei'&gt;· 链接点了没反应？三个必查项： ① custom_data 的列名写错了（写 url 但 DataFra&lt;/text&gt;&lt;text x='82' y='284.5' fontSize='13' fill='#3A4A58' textAnchor='start' fontFamily='Microsoft YaHei'&gt;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Hacker News API：先拿列表、再取详情…&lt;/text&gt;&lt;text x='686' y='169.0' fontSize='13' fill='#3A4A58' textAnchor='start' fontFamily='Microsoft YaHei'&gt;· 为什么这么设计？ 因为它通用又省流量：一份 id 列表能配不同详情查询，组合出「当&lt;/text&gt;&lt;text x='686' y='188.5' fontSize='13' fill='#3A4A58' textAnchor='start' fontFamily='Microsoft YaHei'&gt;前最热」「某作者的帖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认识 API 网址的结构 + 第一次调用&lt;/text&gt;&lt;text x='468' y='500' fontSize='13' fill='#3A4A58' textAnchor='start' fontFamily='Microsoft YaHei'&gt;· 处理响应字典——提取平行列表&lt;/text&gt;&lt;text x='872' y='500' fontSize='13' fill='#3A4A58' textAnchor='start' fontFamily='Microsoft YaHei'&gt;· 速率限制守门员 + 缓存响应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Plotly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可视化与可点击链接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1 / 111 节&lt;/Text&gt;&#13;&#10;        &lt;/Box&gt;&#13;&#10;        &lt;Text style={{ fontSize: 30, fontWeight: 'bold', color: '#16232E' }}&gt;Hacker News API 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「先拿列表再取详情」的两段式调用；给 API 调用加容错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Hacker News 抓取&lt;/text&gt;&lt;text x='84' y='338.75' fontSize='14.5' fill='#3A4A58' textAnchor='start' fontFamily='Microsoft YaHei'&gt;· 故意让某个 id 请求失败，看程序会不会崩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能拉 GitHub 数据并出交互图的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9814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Hacker News 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与动手实战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1 节&lt;/Text&gt;&#13;&#10;        &lt;/Box&gt;&#13;&#10;        &lt;Text style={{ fontSize: 30, fontWeight: 'bold', color: '#16232E' }}&gt;核心知识点&lt;/Text&gt;&#13;&#10;        &lt;Text style={{ fontSize: 15, color: '#5A6B7A', marginTop: 10 }}&gt;· Hacker News API 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7-1【API 网址解析器与响应字典解剖】&lt;/text&gt;&lt;text x='82' y='197.5' fontSize='13' fill='#3A4A58' textAnchor='start' fontFamily='Microsoft YaHei'&gt;· 练习 17-2【API 观测台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7-3【★ 可点击的仓库榜（带缓存与兜底）】&lt;/text&gt;&lt;text x='486' y='197.5' fontSize='13' fill='#3A4A58' textAnchor='start' fontFamily='Microsoft YaHei'&gt;· 练习 17-4【Hacker News 摘要机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7-1&lt;/text&gt;&lt;text x='890' y='169.0' fontSize='13' fill='#3A4A58' textAnchor='start' fontFamily='Microsoft YaHei'&gt;· import requests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000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Hacker News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与动手实战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7 · 小结与验收&lt;/Text&gt;&#13;&#10;        &lt;Text style={{ fontSize: 16, color: '#5A6B7A', marginTop: 6 }}&gt;使用 API 与 Plotly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88 节 · API 概念与 Requests&lt;/text&gt;&lt;text x='0' y='64' fontSize='14.5' fill='#3A4A58' fontFamily='Microsoft YaHei'&gt;· 第 89 节 · GitHub API 与速率限制&lt;/text&gt;&lt;text x='0' y='94' fontSize='14.5' fill='#3A4A58' fontFamily='Microsoft YaHei'&gt;· 第 90 节 · Plotly 可视化与可点击链接&lt;/text&gt;&lt;text x='0' y='124' fontSize='14.5' fill='#3A4A58' fontFamily='Microsoft YaHei'&gt;· 第 91 节 · Hacker News API 与动手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7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使用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Plotly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2026-10-16T00:47:56Z</dcterms:created>
  <dcterms:modified xsi:type="dcterms:W3CDTF">2026-10-16T00:47:56Z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