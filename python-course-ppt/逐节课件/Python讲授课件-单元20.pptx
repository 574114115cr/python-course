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20 · 单元 20 · 样式与部署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103 节 django-bootstrap5 与页面改造</a:t>
            </a:r>
          </a:p>
          <a:p>
            <a:r>
              <a:rPr lang="zh-CN" dirty="0"/>
              <a:t>· 第 104 节 部署是什么与 requirements.txt</a:t>
            </a:r>
          </a:p>
          <a:p>
            <a:r>
              <a:rPr lang="zh-CN" dirty="0"/>
              <a:t>· 第 105 节 ★ platformshconfig 与本地线上双环境</a:t>
            </a:r>
          </a:p>
          <a:p>
            <a:r>
              <a:rPr lang="zh-CN" dirty="0"/>
              <a:t>· 第 106 节 ★ 三大部署坑</a:t>
            </a:r>
          </a:p>
          <a:p>
            <a:r>
              <a:rPr lang="zh-CN" dirty="0"/>
              <a:t>· 第 107 节 部署上线、错误页与实战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20 · 单元 20 · 样式与部署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103 节 django-bootstrap5 与页面改造</a:t>
            </a:r>
          </a:p>
          <a:p>
            <a:r>
              <a:rPr lang="zh-CN" dirty="0"/>
              <a:t>· 第 104 节 部署是什么与 requirements.txt</a:t>
            </a:r>
          </a:p>
          <a:p>
            <a:r>
              <a:rPr lang="zh-CN" dirty="0"/>
              <a:t>· 第 105 节 ★ platformshconfig 与本地线上双环境</a:t>
            </a:r>
          </a:p>
          <a:p>
            <a:r>
              <a:rPr lang="zh-CN" dirty="0"/>
              <a:t>· 第 106 节 ★ 三大部署坑</a:t>
            </a:r>
          </a:p>
          <a:p>
            <a:r>
              <a:rPr lang="zh-CN" dirty="0"/>
              <a:t>· 第 107 节 部署上线、错误页与实战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103 节 · django-bootstrap5 与页面改造</a:t>
            </a:r>
          </a:p>
          <a:p>
            <a:r>
              <a:rPr lang="zh-CN" dirty="0"/>
              <a:t>单元 20 · 样式与部署 · W26–W27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`{% bootstrap_form %}` 自动渲染表单；会改 base.html 与各页面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装上 django-bootstrap5 并渲染表单</a:t>
            </a:r>
          </a:p>
          <a:p>
            <a:r>
              <a:rPr lang="zh-CN" dirty="0"/>
              <a:t>· 故意把 jumbotron 类去掉看效果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20.1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103 节 · django-bootstrap5 与页面改造</a:t>
            </a:r>
          </a:p>
          <a:p>
            <a:r>
              <a:rPr lang="zh-CN" dirty="0"/>
              <a:t>单元 20 · 样式与部署 · W26–W27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`{% bootstrap_form %}` 自动渲染表单；会改 base.html 与各页面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装上 django-bootstrap5 并渲染表单</a:t>
            </a:r>
          </a:p>
          <a:p>
            <a:r>
              <a:rPr lang="zh-CN" dirty="0"/>
              <a:t>· 故意把 jumbotron 类去掉看效果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20.1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103 节 · 核心知识点：django-bootstrap5 与页面改造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`{% bootstrap_form %}` 自动渲染表单；会改 base.html 与各页面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103 节 · 核心知识点：django-bootstrap5 与页面改造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`{% bootstrap_form %}` 自动渲染表单；会改 base.html 与各页面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104 节 · 部署是什么与 requirements.txt</a:t>
            </a:r>
          </a:p>
          <a:p>
            <a:r>
              <a:rPr lang="zh-CN" dirty="0"/>
              <a:t>单元 20 · 样式与部署 · 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学习目标：理解部署的目标；知道云环境靠 requirements.txt 重建依赖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 pip freeze 生成 requirements.txt</a:t>
            </a:r>
          </a:p>
          <a:p>
            <a:r>
              <a:rPr lang="zh-CN" dirty="0"/>
              <a:t>· 在一台「干净环境」里装一遍验证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产出：requirements.txt 与 .platform 配置文件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104 节 · 部署是什么与 requirements.txt</a:t>
            </a:r>
          </a:p>
          <a:p>
            <a:r>
              <a:rPr lang="zh-CN" dirty="0"/>
              <a:t>单元 20 · 样式与部署 · 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学习目标：理解部署的目标；知道云环境靠 requirements.txt 重建依赖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 pip freeze 生成 requirements.txt</a:t>
            </a:r>
          </a:p>
          <a:p>
            <a:r>
              <a:rPr lang="zh-CN" dirty="0"/>
              <a:t>· 在一台「干净环境」里装一遍验证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产出：requirements.txt 与 .platform 配置文件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104 节 · 核心知识点：部署是什么与 requirements.txt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本节目标：理解部署的目标；知道云环境靠 requirements.txt 重建依赖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104 节 · 核心知识点：部署是什么与 requirements.txt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本节目标：理解部署的目标；知道云环境靠 requirements.txt 重建依赖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105 节 · ★ platformshconfig 与本地线上双环境</a:t>
            </a:r>
          </a:p>
          <a:p>
            <a:r>
              <a:rPr lang="zh-CN" dirty="0"/>
              <a:t>单元 20 · 样式与部署 · 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学习目标：理解同一份代码怎么知道自己在本地还是在云上；会改 settings.py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写 `if os.getenv('PLATFORM_APPLICATION')` 判断分支</a:t>
            </a:r>
          </a:p>
          <a:p>
            <a:r>
              <a:rPr lang="zh-CN" dirty="0"/>
              <a:t>· 本地和「假装线上」各跑一次看差异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20.2 的配置部分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105 节 · ★ platformshconfig 与本地线上双环境</a:t>
            </a:r>
          </a:p>
          <a:p>
            <a:r>
              <a:rPr lang="zh-CN" dirty="0"/>
              <a:t>单元 20 · 样式与部署 · 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学习目标：理解同一份代码怎么知道自己在本地还是在云上；会改 settings.py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写 `if os.getenv('PLATFORM_APPLICATION')` 判断分支</a:t>
            </a:r>
          </a:p>
          <a:p>
            <a:r>
              <a:rPr lang="zh-CN" dirty="0"/>
              <a:t>· 本地和「假装线上」各跑一次看差异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20.2 的配置部分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105 节 · 核心知识点：★ platformshconfig 与本地线上双环境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本节目标：理解同一份代码怎么知道自己在本地还是在云上；会改 settings.py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105 节 · 核心知识点：★ platformshconfig 与本地线上双环境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本节目标：理解同一份代码怎么知道自己在本地还是在云上；会改 settings.py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106 节 · ★ 三大部署坑</a:t>
            </a:r>
          </a:p>
          <a:p>
            <a:r>
              <a:rPr lang="zh-CN" dirty="0"/>
              <a:t>单元 20 · 样式与部署 · W27–W28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学习目标：记住 ALLOWED_HOSTS / collectstatic / DEBUG 三个坑；能逐条排查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故意不改 ALLOWED_HOSTS 看 400</a:t>
            </a:r>
          </a:p>
          <a:p>
            <a:r>
              <a:rPr lang="zh-CN" dirty="0"/>
              <a:t>· 故意不改 DEBUG 看报错页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按上线检查清单逐条过一遍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106 节 · ★ 三大部署坑</a:t>
            </a:r>
          </a:p>
          <a:p>
            <a:r>
              <a:rPr lang="zh-CN" dirty="0"/>
              <a:t>单元 20 · 样式与部署 · W27–W28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学习目标：记住 ALLOWED_HOSTS / collectstatic / DEBUG 三个坑；能逐条排查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故意不改 ALLOWED_HOSTS 看 400</a:t>
            </a:r>
          </a:p>
          <a:p>
            <a:r>
              <a:rPr lang="zh-CN" dirty="0"/>
              <a:t>· 故意不改 DEBUG 看报错页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按上线检查清单逐条过一遍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106 节 · 核心知识点：★ 三大部署坑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本节目标：记住 ALLOWED_HOSTS / collectstatic / DEBUG 三个坑；能逐条排查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106 节 · 核心知识点：★ 三大部署坑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本节目标：记住 ALLOWED_HOSTS / collectstatic / DEBUG 三个坑；能逐条排查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107 节 · 部署上线、错误页与实战</a:t>
            </a:r>
          </a:p>
          <a:p>
            <a:r>
              <a:rPr lang="zh-CN" dirty="0"/>
              <a:t>单元 20 · 样式与部署 · 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学习目标：真正把网站推到公网；会定制 404/500 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走完 Platform.sh 全流程</a:t>
            </a:r>
          </a:p>
          <a:p>
            <a:r>
              <a:rPr lang="zh-CN" dirty="0"/>
              <a:t>· 故意访问不存在的 URL 看定制错误页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产出：公网可访问的学习笔记 + 定制错误页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107 节 · 部署上线、错误页与实战</a:t>
            </a:r>
          </a:p>
          <a:p>
            <a:r>
              <a:rPr lang="zh-CN" dirty="0"/>
              <a:t>单元 20 · 样式与部署 · 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学习目标：真正把网站推到公网；会定制 404/500 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走完 Platform.sh 全流程</a:t>
            </a:r>
          </a:p>
          <a:p>
            <a:r>
              <a:rPr lang="zh-CN" dirty="0"/>
              <a:t>· 故意访问不存在的 URL 看定制错误页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产出：公网可访问的学习笔记 + 定制错误页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107 节 · 核心知识点：部署上线、错误页与实战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本节目标：真正把网站推到公网；会定制 404/500 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107 节 · 核心知识点：部署上线、错误页与实战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本节目标：真正把网站推到公网；会定制 404/500 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20 小结 · 单元 20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20 小结 · 单元 20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20&lt;/Text&gt;&#13;&#10;        &lt;Text style={{ fontSize: 38, fontWeight: 'bold', color: '#FFFFFF', marginTop: 6 }}&gt;样式与部署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103 节&lt;/text&gt;&lt;text x='96' y='221' fontSize='15' fill='#16232E' fontFamily='Microsoft YaHei'&gt;django-bootstrap5 与页面改造&lt;/text&gt;&lt;text x='1080' y='221' fontSize='13' fill='#5A6B7A' textAnchor='end' fontFamily='Microsoft YaHei'&gt;W26–W27&lt;/text&gt;&lt;rect x='0' y='238' width='1152' height='38' rx='7' fill='#F2F7FD' /&gt;&lt;text x='16' y='263' fontSize='15' fontWeight='bold' fill='#1F5FA8' fontFamily='Microsoft YaHei'&gt;第 104 节&lt;/text&gt;&lt;text x='96' y='263' fontSize='15' fill='#16232E' fontFamily='Microsoft YaHei'&gt;部署是什么与 requirements.txt&lt;/text&gt;&lt;text x='1080' y='263' fontSize='13' fill='#5A6B7A' textAnchor='end' fontFamily='Microsoft YaHei'&gt;W26–W27&lt;/text&gt;&lt;rect x='0' y='280' width='1152' height='38' rx='7' fill='#FFFFFF' /&gt;&lt;text x='16' y='305' fontSize='15' fontWeight='bold' fill='#1F5FA8' fontFamily='Microsoft YaHei'&gt;第 105 节&lt;/text&gt;&lt;text x='96' y='305' fontSize='15' fill='#16232E' fontFamily='Microsoft YaHei'&gt;★ platformshconfig 与本地线上双环境&lt;/text&gt;&lt;text x='1080' y='305' fontSize='13' fill='#5A6B7A' textAnchor='end' fontFamily='Microsoft YaHei'&gt;W26–W27&lt;/text&gt;&lt;rect x='0' y='322' width='1152' height='38' rx='7' fill='#F2F7FD' /&gt;&lt;text x='16' y='347' fontSize='15' fontWeight='bold' fill='#1F5FA8' fontFamily='Microsoft YaHei'&gt;第 106 节&lt;/text&gt;&lt;text x='96' y='347' fontSize='15' fill='#16232E' fontFamily='Microsoft YaHei'&gt;★ 三大部署坑&lt;/text&gt;&lt;text x='1080' y='347' fontSize='13' fill='#5A6B7A' textAnchor='end' fontFamily='Microsoft YaHei'&gt;W26–W27&lt;/text&gt;&lt;rect x='0' y='364' width='1152' height='38' rx='7' fill='#FFFFFF' /&gt;&lt;text x='16' y='389' fontSize='15' fontWeight='bold' fill='#1F5FA8' fontFamily='Microsoft YaHei'&gt;第 107 节&lt;/text&gt;&lt;text x='96' y='389' fontSize='15' fill='#16232E' fontFamily='Microsoft YaHei'&gt;部署上线、错误页与实战&lt;/text&gt;&lt;text x='1080' y='389' fontSize='13' fill='#5A6B7A' textAnchor='end' fontFamily='Microsoft YaHei'&gt;W26–W2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样式与部署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3 / 111 节&lt;/Text&gt;&#13;&#10;        &lt;/Box&gt;&#13;&#10;        &lt;Text style={{ fontSize: 30, fontWeight: 'bold', color: '#16232E' }}&gt;django-bootstrap5 与页面改造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｛% bootstrap_form %｝ 自动渲染表单；会改 base.html 与各页面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装上 django-bootstrap5 并渲染表单&lt;/text&gt;&lt;text x='84' y='338.75' fontSize='14.5' fill='#3A4A58' textAnchor='start' fontFamily='Microsoft YaHei'&gt;· 故意把 jumbotron 类去掉看效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20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248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django-bootstrap5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与页面改造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3 节&lt;/Text&gt;&#13;&#10;        &lt;/Box&gt;&#13;&#10;        &lt;Text style={{ fontSize: 30, fontWeight: 'bold', color: '#16232E' }}&gt;核心知识点&lt;/Text&gt;&#13;&#10;        &lt;Text style={{ fontSize: 15, color: '#5A6B7A', marginTop: 10 }}&gt;· django-bootstrap5 与页面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django-bootstrap5：一行代码让表单…&lt;/text&gt;&lt;text x='82' y='169.0' fontSize='13' fill='#3A4A58' textAnchor='start' fontFamily='Microsoft YaHei'&gt;· ｛% load django_bootstrap5 %｝：把工具包拿到这个模板里。不 load 就用…&lt;/text&gt;&lt;text x='82' y='197.5' fontSize='13' fill='#3A4A58' textAnchor='start' fontFamily='Microsoft YaHei'&gt;· ｛% bootstrap_form form %｝：一键美颜。它内部遍历表单的每个字段，给它们包上&lt;/text&gt;&lt;text x='82' y='217.0' fontSize='13' fill='#3A4A58' textAnchor='start' fontFamily='Microsoft YaHei'&gt; B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改造「学习笔记」的界面（对应教材 20.1 各小节）&lt;/text&gt;&lt;text x='686' y='169.0' fontSize='13' fill='#3A4A58' textAnchor='start' fontFamily='Microsoft YaHei'&gt;· base.html 是「继承树」的根：其他模板都 ｛% extends %｝ 它，所以 Bootstr…&lt;/text&gt;&lt;text x='686' y='197.5' fontSize='13' fill='#3A4A58' textAnchor='start' fontFamily='Microsoft YaHei'&gt;· jumbotron：教材给主页用了一个居中的大卡片当「门面」。这里有个版本细节——jum&lt;/text&gt;&lt;text x='686' y='217.0' fontSize='13' fill='#3A4A58' textAnchor='start' fontFamily='Microsoft YaHei'&gt;botron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django-bootstrap5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与页面…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4 / 111 节&lt;/Text&gt;&#13;&#10;        &lt;/Box&gt;&#13;&#10;        &lt;Text style={{ fontSize: 30, fontWeight: 'bold', color: '#16232E' }}&gt;部署是什么与 requirements.txt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部署的目标；知道云环境靠 requirements.txt 重建依赖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 pip freeze 生成 requirements.txt&lt;/text&gt;&lt;text x='84' y='338.75' fontSize='14.5' fill='#3A4A58' textAnchor='start' fontFamily='Microsoft YaHei'&gt;· 在一台「干净环境」里装一遍验证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requirements.txt 与 .platform 配置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21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部署是什么与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requirements.txt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4 节&lt;/Text&gt;&#13;&#10;        &lt;/Box&gt;&#13;&#10;        &lt;Text style={{ fontSize: 30, fontWeight: 'bold', color: '#16232E' }}&gt;核心知识点&lt;/Text&gt;&#13;&#10;        &lt;Text style={{ fontSize: 15, color: '#5A6B7A', marginTop: 10 }}&gt;· 部署是什么与 requirements.t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部署是什么：从「只有你能跑」到「谁都能访问」（对应…&lt;/text&gt;&lt;text x='82' y='169.0' fontSize='13' fill='#3A4A58' textAnchor='start' fontFamily='Microsoft YaHei'&gt;· 到目前为止，「学习笔记」只活在你这台电脑上。部署（deploy）就是把它搬到一个 7&lt;/text&gt;&lt;text x='82' y='188.5' fontSize='13' fill='#3A4A58' textAnchor='start' fontFamily='Microsoft YaHei'&gt;×24 小时开机的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requirements.txt：云环境的采购清单…&lt;/text&gt;&lt;text x='686' y='169.0' fontSize='13' fill='#3A4A58' textAnchor='start' fontFamily='Microsoft YaHei'&gt;· 为什么它是部署必需品？因为云环境是一台全新的、干净的机器，它不知道你的项目用过&lt;/text&gt;&lt;text x='686' y='188.5' fontSize='13' fill='#3A4A58' textAnchor='start' fontFamily='Microsoft YaHei'&gt; Django，更不会知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2095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部署是什么与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requirements.t…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5 / 111 节&lt;/Text&gt;&#13;&#10;        &lt;/Box&gt;&#13;&#10;        &lt;Text style={{ fontSize: 30, fontWeight: 'bold', color: '#16232E' }}&gt;★ platformshconfig 与本地线上双环境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同一份代码怎么知道自己在本地还是在云上；会改 settings.py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 if os.getenv('PLATFORM_APPLICATION') 判断分支&lt;/text&gt;&lt;text x='84' y='338.75' fontSize='14.5' fill='#3A4A58' textAnchor='start' fontFamily='Microsoft YaHei'&gt;· 本地和「假装线上」各跑一次看差异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20.2 的配置部分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51911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platformshconfig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与本地线上双环境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5 节&lt;/Text&gt;&#13;&#10;        &lt;/Box&gt;&#13;&#10;        &lt;Text style={{ fontSize: 30, fontWeight: 'bold', color: '#16232E' }}&gt;核心知识点&lt;/Text&gt;&#13;&#10;        &lt;Text style={{ fontSize: 15, color: '#5A6B7A', marginTop: 10 }}&gt;· ★ platformshconfig 与本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三个配置文件：一个描述应用，一个描述路由（对应教材…&lt;/text&gt;&lt;text x='82' y='169.0' fontSize='13' fill='#3A4A58' textAnchor='start' fontFamily='Microsoft YaHei'&gt;· .platform.app.yaml（和 manage.py 同级，注意别漏开头的点）：&lt;/text&gt;&lt;text x='82' y='197.5' fontSize='13' fill='#3A4A58' textAnchor='start' fontFamily='Microsoft YaHei'&gt;· .platform/routes.yaml：路由只干一件事——把域名指到应用。&lt;/text&gt;&lt;text x='82' y='226.0' fontSize='13' fill='#3A4A58' textAnchor='start' fontFamily='Microsoft YaHei'&gt;· .platform/services.yaml：服务清单，每个服务以独立容器部署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platformshconfig：一份代码怎么知道…&lt;/text&gt;&lt;text x='686' y='169.0' fontSize='13' fill='#3A4A58' textAnchor='start' fontFamily='Microsoft YaHei'&gt;· 现在到本单元最烧脑的地方。难点先说在前面：settings.py 只有一份，但它要在两个&lt;/text&gt;&lt;text x='686' y='188.5' fontSize='13' fill='#3A4A58' textAnchor='start' fontFamily='Microsoft YaHei'&gt;完全不同的环境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857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platformshconfig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与本…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6 / 111 节&lt;/Text&gt;&#13;&#10;        &lt;/Box&gt;&#13;&#10;        &lt;Text style={{ fontSize: 30, fontWeight: 'bold', color: '#16232E' }}&gt;★ 三大部署坑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记住 ALLOWED_HOSTS / collectstatic / DEBUG 三个坑；能逐条排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改 ALLOWED_HOSTS 看 400&lt;/text&gt;&lt;text x='84' y='338.75' fontSize='14.5' fill='#3A4A58' textAnchor='start' fontFamily='Microsoft YaHei'&gt;· 故意不改 DEBUG 看报错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按上线检查清单逐条过一遍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1752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三大部署坑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6 节&lt;/Text&gt;&#13;&#10;        &lt;/Box&gt;&#13;&#10;        &lt;Text style={{ fontSize: 30, fontWeight: 'bold', color: '#16232E' }}&gt;核心知识点&lt;/Text&gt;&#13;&#10;        &lt;Text style={{ fontSize: 15, color: '#5A6B7A', marginTop: 10 }}&gt;· ★ 三大部署坑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7 三大部署坑：ALLOWED_HOSTS、colle…&lt;/text&gt;&lt;text x='82' y='169.0' fontSize='13' fill='#3A4A58' textAnchor='start' fontFamily='Microsoft YaHei'&gt;· 坑一：ALLOWED_HOSTS 不改，线上直接 400。 Django 会检查每个请求的 Host…&lt;/text&gt;&lt;text x='82' y='197.5' fontSize='13' fill='#3A4A58' textAnchor='start' fontFamily='Microsoft YaHei'&gt;· 坑二：DEBUG = False 之后，不 collectstatic 就是一个白脸页面。 DEBUG…&lt;/text&gt;&lt;text x='82' y='226.0' fontSize='13' fill='#3A4A58' textAnchor='start' fontFamily='Microsoft YaHei'&gt;· 坑三：把本地数据库和虚拟环境传上云。 必须写 .gitignore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8 定制错误页面与「继续开发」（对应教材 20.2）&lt;/text&gt;&lt;text x='686' y='169.0' fontSize='13' fill='#3A4A58' textAnchor='start' fontFamily='Microsoft YaHei'&gt;· 如果想更精细地控制错误行为（比如 404 时也要查数据库、按不同错误码返回不同页面&lt;/text&gt;&lt;text x='686' y='188.5' fontSize='13' fill='#3A4A58' textAnchor='start' fontFamily='Microsoft YaHei'&gt;），可以在 urls…&lt;/text&gt;&lt;text x='686' y='217.0' fontSize='13' fill='#3A4A58' textAnchor='start' fontFamily='Microsoft YaHei'&gt;· 「继续开发」的流程是部署之后最重要的工作流。首次上线只是开始，之后每次改 bug&lt;/text&gt;&lt;text x='686' y='236.5' fontSize='13' fill='#3A4A58' textAnchor='start' fontFamily='Microsoft YaHei'&gt;、加功能，都是这一个循…&lt;/text&gt;&lt;text x='686' y='265.0' fontSize='13' fill='#3A4A58' textAnchor='start' fontFamily='Microsoft YaHei'&gt;· 你的代码库里同时住着两个环境，git 提交是本地唯一的真相来源，platform push 是&lt;/text&gt;&lt;text x='686' y='284.5' fontSize='13' fill='#3A4A58' textAnchor='start' fontFamily='Microsoft YaHei'&gt;把真相同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同一份代码，两个环境（config_switcher.py）&lt;/text&gt;&lt;text x='468' y='500' fontSize='13' fill='#3A4A58' textAnchor='start' fontFamily='Microsoft YaHei'&gt;· 给 requirements.txt 做入职体检（requirem…&lt;/text&gt;&lt;text x='872' y='500' fontSize='13' fill='#3A4A58' textAnchor='start' fontFamily='Microsoft YaHei'&gt;· 400 Bad Request 是怎么来的（host_check.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95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三大部署坑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7 / 111 节&lt;/Text&gt;&#13;&#10;        &lt;/Box&gt;&#13;&#10;        &lt;Text style={{ fontSize: 30, fontWeight: 'bold', color: '#16232E' }}&gt;部署上线、错误页与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真正把网站推到公网；会定制 404/500 错误页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走完 Platform.sh 全流程&lt;/text&gt;&lt;text x='84' y='338.75' fontSize='14.5' fill='#3A4A58' textAnchor='start' fontFamily='Microsoft YaHei'&gt;· 故意访问不存在的 URL 看定制错误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公网可访问的学习笔记 + 定制错误页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部署上线、错误页与实战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7 节&lt;/Text&gt;&#13;&#10;        &lt;/Box&gt;&#13;&#10;        &lt;Text style={{ fontSize: 30, fontWeight: 'bold', color: '#16232E' }}&gt;核心知识点&lt;/Text&gt;&#13;&#10;        &lt;Text style={{ fontSize: 15, color: '#5A6B7A', marginTop: 10 }}&gt;· 部署上线、错误页与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0-1【给「学习笔记」换装】&lt;/text&gt;&lt;text x='82' y='197.5' fontSize='13' fill='#3A4A58' textAnchor='start' fontFamily='Microsoft YaHei'&gt;· 练习 20-2【写部署三件套】&lt;/text&gt;&lt;text x='82' y='226.0' fontSize='13' fill='#3A4A58' textAnchor='start' fontFamily='Microsoft YaHei'&gt;· 练习 20-3【诊断三个线上故障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0-4【本地模拟双环境】&lt;/text&gt;&lt;text x='486' y='197.5' fontSize='13' fill='#3A4A58' textAnchor='start' fontFamily='Microsoft YaHei'&gt;· 练习 20-5【本地验证定制错误页面】&lt;/text&gt;&lt;text x='486' y='226.0' fontSize='13' fill='#3A4A58' textAnchor='start' fontFamily='Microsoft YaHei'&gt;· 练习 20-6【扩展部署检查清单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0-1（换装后的关键模板）&lt;/text&gt;&lt;text x='890' y='169.0' fontSize='13' fill='#3A4A58' textAnchor='start' fontFamily='Microsoft YaHei'&gt;· settings.py 注册后，登录页 templates/registrat&lt;/text&gt;&lt;text x='890' y='188.5' fontSize='13' fill='#3A4A58' textAnchor='start' fontFamily='Microsoft YaHei'&gt;ion/login.ht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部署上线、错误页与实战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0 · 小结与验收&lt;/Text&gt;&#13;&#10;        &lt;Text style={{ fontSize: 16, color: '#5A6B7A', marginTop: 6 }}&gt;样式与部署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3 节 · django-bootstrap5 与页面改造&lt;/text&gt;&lt;text x='0' y='64' fontSize='14.5' fill='#3A4A58' fontFamily='Microsoft YaHei'&gt;· 第 104 节 · 部署是什么与 requirements.txt&lt;/text&gt;&lt;text x='0' y='94' fontSize='14.5' fill='#3A4A58' fontFamily='Microsoft YaHei'&gt;· 第 105 节 · ★ platformshconfig 与本地线上双环境&lt;/text&gt;&lt;text x='0' y='124' fontSize='14.5' fill='#3A4A58' fontFamily='Microsoft YaHei'&gt;· 第 106 节 · ★ 三大部署坑&lt;/text&gt;&lt;text x='0' y='154' fontSize='14.5' fill='#3A4A58' fontFamily='Microsoft YaHei'&gt;· 第 107 节 · 部署上线、错误页与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样式与部署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2026-10-16T01:10:59Z</dcterms:created>
  <dcterms:modified xsi:type="dcterms:W3CDTF">2026-10-16T01:10:59Z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