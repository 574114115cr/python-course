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5" Type="http://schemas.openxmlformats.org/officeDocument/2006/relationships/tableStyles" Target="tableStyles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12" Type="http://schemas.openxmlformats.org/officeDocument/2006/relationships/slide" Target="slides/slide12.xml" /><Relationship Id="rId13" Type="http://schemas.openxmlformats.org/officeDocument/2006/relationships/notesMaster" Target="notesMasters/notesMaster1.xml" /><Relationship Id="rId14" Type="http://schemas.openxmlformats.org/officeDocument/2006/relationships/presProps" Target="presProps.xml" /><Relationship Id="rId16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9" Type="http://schemas.openxmlformats.org/officeDocument/2006/relationships/slide" Target="slides/slide9.xml" /><Relationship Id="rId8" Type="http://schemas.openxmlformats.org/officeDocument/2006/relationships/slide" Target="slides/slide8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media/image5.svg" /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2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20&lt;/Text&gt;&#13;&#10;        &lt;Text style={{ fontSize: 38, fontWeight: 'bold', color: '#FFFFFF', marginTop: 6 }}&gt;样式与部署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56.0' width='1152' height='48.0' rx='7' fill='#FFFFFF' /&gt;&lt;text x='16' y='85.0' fontSize='15' fontWeight='bold' fill='#1F5FA8' fontFamily='Microsoft YaHei'&gt;第 103 节&lt;/text&gt;&lt;text x='96' y='85.0' fontSize='15' fill='#16232E' fontFamily='Microsoft YaHei'&gt;django-bootstrap5 与页面改造&lt;/text&gt;&lt;text x='1080' y='85.0' fontSize='13' fill='#5A6B7A' textAnchor='end' fontFamily='Microsoft YaHei'&gt;W26–W27&lt;/text&gt;&lt;rect x='0' y='135.2' width='1152' height='48.0' rx='7' fill='#F2F7FD' /&gt;&lt;text x='16' y='164.2' fontSize='15' fontWeight='bold' fill='#1F5FA8' fontFamily='Microsoft YaHei'&gt;第 104 节&lt;/text&gt;&lt;text x='96' y='164.2' fontSize='15' fill='#16232E' fontFamily='Microsoft YaHei'&gt;部署是什么与 requirements.txt&lt;/text&gt;&lt;text x='1080' y='164.2' fontSize='13' fill='#5A6B7A' textAnchor='end' fontFamily='Microsoft YaHei'&gt;W26–W27&lt;/text&gt;&lt;rect x='0' y='214.4' width='1152' height='48.0' rx='7' fill='#FFFFFF' /&gt;&lt;text x='16' y='243.4' fontSize='15' fontWeight='bold' fill='#1F5FA8' fontFamily='Microsoft YaHei'&gt;第 105 节&lt;/text&gt;&lt;text x='96' y='243.4' fontSize='15' fill='#16232E' fontFamily='Microsoft YaHei'&gt;★ platformshconfig 与本地线上双环境&lt;/text&gt;&lt;text x='1080' y='243.4' fontSize='13' fill='#5A6B7A' textAnchor='end' fontFamily='Microsoft YaHei'&gt;W26–W27&lt;/text&gt;&lt;rect x='0' y='293.6' width='1152' height='48.0' rx='7' fill='#F2F7FD' /&gt;&lt;text x='16' y='322.6' fontSize='15' fontWeight='bold' fill='#1F5FA8' fontFamily='Microsoft YaHei'&gt;第 106 节&lt;/text&gt;&lt;text x='96' y='322.6' fontSize='15' fill='#16232E' fontFamily='Microsoft YaHei'&gt;★ 三大部署坑&lt;/text&gt;&lt;text x='1080' y='322.6' fontSize='13' fill='#5A6B7A' textAnchor='end' fontFamily='Microsoft YaHei'&gt;W26–W27&lt;/text&gt;&lt;rect x='0' y='372.8' width='1152' height='48.0' rx='7' fill='#FFFFFF' /&gt;&lt;text x='16' y='401.8' fontSize='15' fontWeight='bold' fill='#1F5FA8' fontFamily='Microsoft YaHei'&gt;第 107 节&lt;/text&gt;&lt;text x='96' y='401.8' fontSize='15' fill='#16232E' fontFamily='Microsoft YaHei'&gt;部署上线、错误页与实战&lt;/text&gt;&lt;text x='1080' y='401.8' fontSize='13' fill='#5A6B7A' textAnchor='end' fontFamily='Microsoft YaHei'&gt;W26–W27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20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20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样式与部署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20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3 / 111 节&lt;/Text&gt;&#13;&#10;        &lt;/Box&gt;&#13;&#10;        &lt;Text style={{ fontSize: 30, fontWeight: 'bold', color: '#16232E' }}&gt;django-bootstrap5 与页面改造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｛% bootstrap_form %｝ 自动渲染表单；会改 base.html 与各页面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装上 django-bootstrap5 并渲染表单&lt;/text&gt;&lt;text x='84' y='338.75' fontSize='14.5' fill='#3A4A58' textAnchor='start' fontFamily='Microsoft YaHei'&gt;· 故意把 jumbotron 类去掉看效果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20.1 全部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4248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django-bootstrap5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与页面改造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3 节&lt;/Text&gt;&#13;&#10;        &lt;/Box&gt;&#13;&#10;        &lt;Text style={{ fontSize: 30, fontWeight: 'bold', color: '#16232E' }}&gt;核心知识点&lt;/Text&gt;&#13;&#10;        &lt;Text style={{ fontSize: 15, color: '#5A6B7A', marginTop: 10 }}&gt;· django-bootstrap5 与页面…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django-bootstrap5…&lt;/text&gt;&lt;text x='82' y='169.0' fontSize='13' fill='#3A4A58' textAnchor='start' fontFamily='Microsoft YaHei'&gt;· ｛% load django_bootstrap5 %｝：把工具包拿到这个模板里…&lt;/text&gt;&lt;text x='82' y='197.5' fontSize='13' fill='#3A4A58' textAnchor='start' fontFamily='Microsoft YaHei'&gt;· ｛% bootstrap_form form %｝：一键美颜。它内部遍历表单的每个字段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改造「学习笔记」的界面（对应教材 20.1 各小节）&lt;/text&gt;&lt;text x='686' y='169.0' fontSize='13' fill='#3A4A58' textAnchor='start' fontFamily='Microsoft YaHei'&gt;· base.html 是「继承树」的根&lt;/text&gt;&lt;text x='686' y='197.5' fontSize='13' fill='#3A4A58' textAnchor='start' fontFamily='Microsoft YaHei'&gt;· jumbotron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962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django-bootstrap5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与页面…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4 / 111 节&lt;/Text&gt;&#13;&#10;        &lt;/Box&gt;&#13;&#10;        &lt;Text style={{ fontSize: 30, fontWeight: 'bold', color: '#16232E' }}&gt;部署是什么与 requirements.txt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部署的目标；知道云环境靠 requirements.txt 重建依赖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用 pip freeze 生成 requirements.txt&lt;/text&gt;&lt;text x='84' y='338.75' fontSize='14.5' fill='#3A4A58' textAnchor='start' fontFamily='Microsoft YaHei'&gt;· 在一台「干净环境」里装一遍验证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requirements.txt 与 .platform 配置文件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4219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部署是什么与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requirements.txt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4 节&lt;/Text&gt;&#13;&#10;        &lt;/Box&gt;&#13;&#10;        &lt;Text style={{ fontSize: 30, fontWeight: 'bold', color: '#16232E' }}&gt;核心知识点&lt;/Text&gt;&#13;&#10;        &lt;Text style={{ fontSize: 15, color: '#5A6B7A', marginTop: 10 }}&gt;· 部署是什么与 requirements.t…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部署是什么：从「只有你能跑」到「谁都能访问」（对应…&lt;/text&gt;&lt;text x='82' y='169.0' fontSize='13' fill='#3A4A58' textAnchor='start' fontFamily='Microsoft YaHei'&gt;· 到目前为止，「学习笔记」只活在你这台电脑上。&lt;/text&gt;&lt;text x='82' y='197.5' fontSize='13' fill='#3A4A58' textAnchor='start' fontFamily='Microsoft YaHei'&gt;· 本地开发像在自家厨房练手，油盐酱醋随手就有；部署像去美食广场开店，&lt;/text&gt;&lt;text x='82' y='217.0' fontSize='13' fill='#3A4A58' textAnchor='start' fontFamily='Microsoft YaHei'&gt;一切都是陌生的、干净的…&lt;/text&gt;&lt;text x='82' y='245.5' fontSize='13' fill='#3A4A58' textAnchor='start' fontFamily='Microsoft YaHei'&gt;· Platform.sh 是一个「平台即服务」（PaaS）：你不用自己买服务器、装系统，&lt;/text&gt;&lt;text x='82' y='265.0' fontSize='13' fill='#3A4A58' textAnchor='start' fontFamily='Microsoft YaHei'&gt;把代码推给它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requirements.txt…&lt;/text&gt;&lt;text x='686' y='169.0' fontSize='13' fill='#3A4A58' textAnchor='start' fontFamily='Microsoft YaHei'&gt;· 1. == 是版本锁。&lt;/text&gt;&lt;text x='686' y='197.5' fontSize='13' fill='#3A4A58' textAnchor='start' fontFamily='Microsoft YaHei'&gt;· 2. 清单里也会有间接依赖（如 asgiref、sqlparse 是 Django 带进来的）。&lt;/text&gt;&lt;text x='686' y='226.0' fontSize='13' fill='#3A4A58' textAnchor='start' fontFamily='Microsoft YaHei'&gt;· -e git+https://... 这类行必须删掉：它表示「从 git 直接装」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2095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部署是什么与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requirements.t…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5 / 111 节&lt;/Text&gt;&#13;&#10;        &lt;/Box&gt;&#13;&#10;        &lt;Text style={{ fontSize: 30, fontWeight: 'bold', color: '#16232E' }}&gt;★ platformshconfig 与本地线上双环境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同一份代码怎么知道自己在本地还是在云上；会改 settings.py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写 if os.getenv('PLATFORM_APPLICATION') 判断分支&lt;/text&gt;&lt;text x='84' y='338.75' fontSize='14.5' fill='#3A4A58' textAnchor='start' fontFamily='Microsoft YaHei'&gt;· 本地和「假装线上」各跑一次看差异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20.2 的配置部分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51911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platformshconfig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与本地线上双环境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5 节&lt;/Text&gt;&#13;&#10;        &lt;/Box&gt;&#13;&#10;        &lt;Text style={{ fontSize: 30, fontWeight: 'bold', color: '#16232E' }}&gt;核心知识点&lt;/Text&gt;&#13;&#10;        &lt;Text style={{ fontSize: 15, color: '#5A6B7A', marginTop: 10 }}&gt;· ★ platformshconfig 与本…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5 三个配置文件：一个描述应用…&lt;/text&gt;&lt;text x='82' y='169.0' fontSize='13' fill='#3A4A58' textAnchor='start' fontFamily='Microsoft YaHei'&gt;· .platform.app.yaml（和 manage.py 同级，注意别漏开头的点）&lt;/text&gt;&lt;text x='82' y='197.5' fontSize='13' fill='#3A4A58' textAnchor='start' fontFamily='Microsoft YaHei'&gt;· .platform/routes.yaml&lt;/text&gt;&lt;text x='82' y='226.0' fontSize='13' fill='#3A4A58' textAnchor='start' fontFamily='Microsoft YaHei'&gt;· .platform/services.yaml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6 platformshconfig…&lt;/text&gt;&lt;text x='686' y='169.0' fontSize='13' fill='#3A4A58' textAnchor='start' fontFamily='Microsoft YaHei'&gt;· 现在到本单元最烧脑的地方。&lt;/text&gt;&lt;text x='686' y='197.5' fontSize='13' fill='#3A4A58' textAnchor='start' fontFamily='Microsoft YaHei'&gt;· Django 的感觉器官就是环境变量。&lt;/text&gt;&lt;text x='686' y='226.0' fontSize='13' fill='#3A4A58' textAnchor='start' fontFamily='Microsoft YaHei'&gt;· ★ 为什么难：你要同时记住「两份配置」和「一个开关」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857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platformshconfig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与本…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6 / 111 节&lt;/Text&gt;&#13;&#10;        &lt;/Box&gt;&#13;&#10;        &lt;Text style={{ fontSize: 30, fontWeight: 'bold', color: '#16232E' }}&gt;★ 三大部署坑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记住 ALLOWED_HOSTS / collectstatic / DEBUG 三个坑；能逐条排查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故意不改 ALLOWED_HOSTS 看 400&lt;/text&gt;&lt;text x='84' y='338.75' fontSize='14.5' fill='#3A4A58' textAnchor='start' fontFamily='Microsoft YaHei'&gt;· 故意不改 DEBUG 看报错页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按上线检查清单逐条过一遍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17526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三大部署坑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6 节&lt;/Text&gt;&#13;&#10;        &lt;/Box&gt;&#13;&#10;        &lt;Text style={{ fontSize: 30, fontWeight: 'bold', color: '#16232E' }}&gt;核心知识点&lt;/Text&gt;&#13;&#10;        &lt;Text style={{ fontSize: 15, color: '#5A6B7A', marginTop: 10 }}&gt;· ★ 三大部署坑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7 三大部署坑：ALLOWED_HOSTS…&lt;/text&gt;&lt;text x='82' y='169.0' fontSize='13' fill='#3A4A58' textAnchor='start' fontFamily='Microsoft YaHei'&gt;· 坑一：ALLOWED_HOSTS 不改，线上直接 400。&lt;/text&gt;&lt;text x='82' y='197.5' fontSize='13' fill='#3A4A58' textAnchor='start' fontFamily='Microsoft YaHei'&gt;· 坑二：DEBUG = False 之后，不 collectstatic 就是一个白脸页面。&lt;/text&gt;&lt;text x='82' y='226.0' fontSize='13' fill='#3A4A58' textAnchor='start' fontFamily='Microsoft YaHei'&gt;· 坑三：把本地数据库和虚拟环境传上云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8 定制错误页面与「继续开发」（对应教材 20.2）&lt;/text&gt;&lt;text x='686' y='169.0' fontSize='13' fill='#3A4A58' textAnchor='start' fontFamily='Microsoft YaHei'&gt;· 如果想更精细地控制错误行为&lt;/text&gt;&lt;text x='686' y='197.5' fontSize='13' fill='#3A4A58' textAnchor='start' fontFamily='Microsoft YaHei'&gt;· 「继续开发」的流程&lt;/text&gt;&lt;text x='686' y='226.0' fontSize='13' fill='#3A4A58' textAnchor='start' fontFamily='Microsoft YaHei'&gt;· 你的代码库里同时住着两个环境，git 提交是本地唯一的真相来源…&lt;/text&gt;&lt;text x='64' y='470' fontSize='14.5' fontWeight='bold' fill='#0E9B78' textAnchor='start' fontFamily='Microsoft YaHei'&gt;本节的代码示例&lt;/text&gt;&lt;text x='64' y='500' fontSize='13' fill='#3A4A58' textAnchor='start' fontFamily='Microsoft YaHei'&gt;· 同一份代码，两个环境（config_switcher.py）&lt;/text&gt;&lt;text x='468' y='500' fontSize='13' fill='#3A4A58' textAnchor='start' fontFamily='Microsoft YaHei'&gt;· 给 requirements.txt 做入职体检（requirem…&lt;/text&gt;&lt;text x='872' y='500' fontSize='13' fill='#3A4A58' textAnchor='start' fontFamily='Microsoft YaHei'&gt;· 400 Bad Request 是怎么来的（host_check.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952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三大部署坑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107 / 111 节&lt;/Text&gt;&#13;&#10;        &lt;/Box&gt;&#13;&#10;        &lt;Text style={{ fontSize: 30, fontWeight: 'bold', color: '#16232E' }}&gt;部署上线、错误页与实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真正把网站推到公网；会定制 404/500 错误页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走完 Platform.sh 全流程&lt;/text&gt;&lt;text x='84' y='338.75' fontSize='14.5' fill='#3A4A58' textAnchor='start' fontFamily='Microsoft YaHei'&gt;· 故意访问不存在的 URL 看定制错误页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公网可访问的学习笔记 + 定制错误页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20015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924050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部署上线、错误页与实战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107 节&lt;/Text&gt;&#13;&#10;        &lt;/Box&gt;&#13;&#10;        &lt;Text style={{ fontSize: 30, fontWeight: 'bold', color: '#16232E' }}&gt;核心知识点&lt;/Text&gt;&#13;&#10;        &lt;Text style={{ fontSize: 15, color: '#5A6B7A', marginTop: 10 }}&gt;· 部署上线、错误页与实战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20-1【给「学习笔记」换装】&lt;/text&gt;&lt;text x='82' y='197.5' fontSize='13' fill='#3A4A58' textAnchor='start' fontFamily='Microsoft YaHei'&gt;· 练习 20-2【写部署三件套】&lt;/text&gt;&lt;text x='82' y='226.0' fontSize='13' fill='#3A4A58' textAnchor='start' fontFamily='Microsoft YaHei'&gt;· 练习 20-3【诊断三个线上故障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20-4【本地模拟双环境】&lt;/text&gt;&lt;text x='486' y='197.5' fontSize='13' fill='#3A4A58' textAnchor='start' fontFamily='Microsoft YaHei'&gt;· 练习 20-5【本地验证定制错误页面】&lt;/text&gt;&lt;text x='486' y='226.0' fontSize='13' fill='#3A4A58' textAnchor='start' fontFamily='Microsoft YaHei'&gt;· 练习 20-6【扩展部署检查清单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20-1（换装后的关键模板）&lt;/text&gt;&lt;text x='890' y='169.0' fontSize='13' fill='#3A4A58' textAnchor='start' fontFamily='Microsoft YaHei'&gt;· 主题列表页 templates/learning_logs/topics.html&lt;/text&gt;&lt;text x='890' y='188.5' fontSize='13' fill='#3A4A58' textAnchor='start' fontFamily='Microsoft YaHei'&gt; 在 ｛% bloc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20 · 第 10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80962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600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107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53352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3076575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部署上线、错误页与实战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20 · 小结与验收&lt;/Text&gt;&#13;&#10;        &lt;Text style={{ fontSize: 16, color: '#5A6B7A', marginTop: 6 }}&gt;样式与部署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103 节 · django-bootstrap5 与页面改造&lt;/text&gt;&lt;text x='0' y='64' fontSize='14.5' fill='#3A4A58' fontFamily='Microsoft YaHei'&gt;· 第 104 节 · 部署是什么与 requirements.txt&lt;/text&gt;&lt;text x='0' y='94' fontSize='14.5' fill='#3A4A58' fontFamily='Microsoft YaHei'&gt;· 第 105 节 · ★ platformshconfig 与本地线上双环境&lt;/text&gt;&lt;text x='0' y='124' fontSize='14.5' fill='#3A4A58' fontFamily='Microsoft YaHei'&gt;· 第 106 节 · ★ 三大部署坑&lt;/text&gt;&lt;text x='0' y='154' fontSize='14.5' fill='#3A4A58' fontFamily='Microsoft YaHei'&gt;· 第 107 节 · 部署上线、错误页与实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20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20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样式与部署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20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2026-10-29T00:42:46Z</dcterms:created>
  <dcterms:modified xsi:type="dcterms:W3CDTF">2026-10-29T00:42:46Z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