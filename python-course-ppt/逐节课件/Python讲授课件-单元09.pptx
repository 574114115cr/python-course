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15" Type="http://schemas.openxmlformats.org/officeDocument/2006/relationships/tableStyles" Target="tableStyles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16" Type="http://schemas.openxmlformats.org/officeDocument/2006/relationships/viewProps" Target="viewProps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9&lt;/Text&gt;&#13;&#10;        &lt;Text style={{ fontSize: 38, fontWeight: 'bold', color: '#FFFFFF', marginTop: 6 }}&gt;文件与异常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56.0' width='1152' height='48.0' rx='7' fill='#FFFFFF' /&gt;&lt;text x='16' y='85.0' fontSize='15' fontWeight='bold' fill='#1F5FA8' fontFamily='Microsoft YaHei'&gt;第 47 节&lt;/text&gt;&lt;text x='96' y='85.0' fontSize='15' fill='#16232E' fontFamily='Microsoft YaHei'&gt;open() 与三种模式&lt;/text&gt;&lt;text x='1080' y='85.0' fontSize='13' fill='#5A6B7A' textAnchor='end' fontFamily='Microsoft YaHei'&gt;W11&lt;/text&gt;&lt;rect x='0' y='135.2' width='1152' height='48.0' rx='7' fill='#F2F7FD' /&gt;&lt;text x='16' y='164.2' fontSize='15' fontWeight='bold' fill='#1F5FA8' fontFamily='Microsoft YaHei'&gt;第 48 节&lt;/text&gt;&lt;text x='96' y='164.2' fontSize='15' fill='#16232E' fontFamily='Microsoft YaHei'&gt;with 语句与四种读取方式&lt;/text&gt;&lt;text x='1080' y='164.2' fontSize='13' fill='#5A6B7A' textAnchor='end' fontFamily='Microsoft YaHei'&gt;W11&lt;/text&gt;&lt;rect x='0' y='214.4' width='1152' height='48.0' rx='7' fill='#FFFFFF' /&gt;&lt;text x='16' y='243.4' fontSize='15' fontWeight='bold' fill='#1F5FA8' fontFamily='Microsoft YaHei'&gt;第 49 节&lt;/text&gt;&lt;text x='96' y='243.4' fontSize='15' fill='#16232E' fontFamily='Microsoft YaHei'&gt;写文件与异常处理&lt;/text&gt;&lt;text x='1080' y='243.4' fontSize='13' fill='#5A6B7A' textAnchor='end' fontFamily='Microsoft YaHei'&gt;W11&lt;/text&gt;&lt;rect x='0' y='293.6' width='1152' height='48.0' rx='7' fill='#F2F7FD' /&gt;&lt;text x='16' y='322.6' fontSize='15' fontWeight='bold' fill='#1F5FA8' fontFamily='Microsoft YaHei'&gt;第 50 节&lt;/text&gt;&lt;text x='96' y='322.6' fontSize='15' fill='#16232E' fontFamily='Microsoft YaHei'&gt;JSON / CSV 与持久化实战&lt;/text&gt;&lt;text x='1080' y='322.6' fontSize='13' fill='#5A6B7A' textAnchor='end' fontFamily='Microsoft YaHei'&gt;W11&lt;/text&gt;&lt;rect x='0' y='372.8' width='1152' height='48.0' rx='7' fill='#FFFFFF' /&gt;&lt;text x='16' y='401.8' fontSize='15' fontWeight='bold' fill='#1F5FA8' fontFamily='Microsoft YaHei'&gt;第 51 节&lt;/text&gt;&lt;text x='96' y='401.8' fontSize='15' fill='#16232E' fontFamily='Microsoft YaHei'&gt;动手实战、答案与验收&lt;/text&gt;&lt;text x='1080' y='401.8' fontSize='13' fill='#5A6B7A' textAnchor='end' fontFamily='Microsoft YaHei'&gt;W11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9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9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文件与异常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9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7 / 111 节&lt;/Text&gt;&#13;&#10;        &lt;/Box&gt;&#13;&#10;        &lt;Text style={{ fontSize: 30, fontWeight: 'bold', color: '#16232E' }}&gt;open() 与三种模式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 r / w / a 三种模式，理解变量活不过程序结束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演示 r / w / a 三种模式的效果&lt;/text&gt;&lt;text x='84' y='338.75' fontSize='14.5' fill='#3A4A58' textAnchor='start' fontFamily='Microsoft YaHei'&gt;· 对比读同一个文件两次的差别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9-1 ~ 9-2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9 · 第 4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47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466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open()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与三种模式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7 节&lt;/Text&gt;&#13;&#10;        &lt;/Box&gt;&#13;&#10;        &lt;Text style={{ fontSize: 30, fontWeight: 'bold', color: '#16232E' }}&gt;核心知识点&lt;/Text&gt;&#13;&#10;        &lt;Text style={{ fontSize: 15, color: '#5A6B7A', marginTop: 10 }}&gt;· open() 与三种模式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1 为什么需要文件：变量活不过程序结束&lt;/text&gt;&lt;text x='82' y='169.0' fontSize='13' fill='#3A4A58' textAnchor='start' fontFamily='Microsoft YaHei'&gt;· 变量 = 草稿纸上的字——写完一扔就没了。&lt;/text&gt;&lt;text x='82' y='197.5' fontSize='13' fill='#3A4A58' textAnchor='start' fontFamily='Microsoft YaHei'&gt;· 文件 = 写在笔记本上的字——合上本子，明天还在。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2 open() 与三种模式&lt;/text&gt;&lt;text x='486' y='169.0' fontSize='13' fill='#3A4A58' textAnchor='start' fontFamily='Microsoft YaHei'&gt;· w 模式的陷阱必须重点记住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3 with open(...)：不只是语法糖&lt;/text&gt;&lt;text x='890' y='169.0' fontSize='13' fill='#3A4A58' textAnchor='start' fontFamily='Microsoft YaHei'&gt;· with 做了两件普通写法做不到的事&lt;/text&gt;&lt;text x='890' y='197.5' fontSize='13' fill='#3A4A58' textAnchor='start' fontFamily='Microsoft YaHei'&gt;· ① 自动关闭文件，而且保证一定会关。&lt;/text&gt;&lt;text x='890' y='226.0' fontSize='13' fill='#3A4A58' textAnchor='start' fontFamily='Microsoft YaHei'&gt;· ② 出块后 f 变量本身失效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9 · 第 47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open()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与三种模式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8 / 111 节&lt;/Text&gt;&#13;&#10;        &lt;/Box&gt;&#13;&#10;        &lt;Text style={{ fontSize: 30, fontWeight: 'bold', color: '#16232E' }}&gt;with 语句与四种读取方式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 with 的真实作用与read / readline / readlines 的区别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故意不写 with，让程序中途崩溃观察文件句柄泄漏&lt;/text&gt;&lt;text x='84' y='338.75' fontSize='14.5' fill='#3A4A58' textAnchor='start' fontFamily='Microsoft YaHei'&gt;· 对比四种读取方式的返回类型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9-3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9 · 第 4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295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with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语句与四种读取方式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8 节&lt;/Text&gt;&#13;&#10;        &lt;/Box&gt;&#13;&#10;        &lt;Text style={{ fontSize: 30, fontWeight: 'bold', color: '#16232E' }}&gt;核心知识点&lt;/Text&gt;&#13;&#10;        &lt;Text style={{ fontSize: 15, color: '#5A6B7A', marginTop: 10 }}&gt;· with 语句与四种读取方式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4 四种读取方式&lt;/text&gt;&lt;text x='82' y='169.0' fontSize='13' fill='#3A4A58' textAnchor='start' fontFamily='Microsoft YaHei'&gt;· readline() 的两个细节&lt;/text&gt;&lt;text x='82' y='197.5' fontSize='13' fill='#3A4A58' textAnchor='start' fontFamily='Microsoft YaHei'&gt;· 读到的行末尾带换行符 \n（除非是文件最后一行）。所以经常要 line.strip() 或&lt;/text&gt;&lt;text x='82' y='217.0' fontSize='13' fill='#3A4A58' textAnchor='start' fontFamily='Microsoft YaHei'&gt;line.…&lt;/text&gt;&lt;text x='82' y='245.5' fontSize='13' fill='#3A4A58' textAnchor='start' fontFamily='Microsoft YaHei'&gt;· 文件末尾没有换行符时，最后一行就不带 \n。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5 写文件&lt;/text&gt;&lt;text x='686' y='169.0' fontSize='13' fill='#3A4A58' textAnchor='start' fontFamily='Microsoft YaHei'&gt;· 关键：自己写 \n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9 · 第 4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with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语句与四种读取方式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49 / 111 节&lt;/Text&gt;&#13;&#10;        &lt;/Box&gt;&#13;&#10;        &lt;Text style={{ fontSize: 30, fontWeight: 'bold', color: '#16232E' }}&gt;写文件与异常处理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写文件与 try / except / else / finally，知道 else 的真正用法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故意触发 ValueError 和 FileNotFoundError 并处理&lt;/text&gt;&lt;text x='84' y='338.75' fontSize='14.5' fill='#3A4A58' textAnchor='start' fontFamily='Microsoft YaHei'&gt;· 写一个「只在成功时保存文件」的函数演示 else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9-4 ~ 9-6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9 · 第 4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写文件与异常处理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49 节&lt;/Text&gt;&#13;&#10;        &lt;/Box&gt;&#13;&#10;        &lt;Text style={{ fontSize: 30, fontWeight: 'bold', color: '#16232E' }}&gt;核心知识点&lt;/Text&gt;&#13;&#10;        &lt;Text style={{ fontSize: 15, color: '#5A6B7A', marginTop: 10 }}&gt;· 写文件与异常处理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6 异常：让程序优雅地摔倒而不是死掉&lt;/text&gt;&lt;text x='82' y='169.0' fontSize='13' fill='#3A4A58' textAnchor='start' fontFamily='Microsoft YaHei'&gt;· 异常处理的骨架&lt;/text&gt;&lt;text x='82' y='197.5' fontSize='13' fill='#3A4A58' textAnchor='start' fontFamily='Microsoft YaHei'&gt;· 为什么不要用裸 except:？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7 异常处理的实用模式&lt;/text&gt;&lt;text x='686' y='169.0' fontSize='13' fill='#3A4A58' textAnchor='start' fontFamily='Microsoft YaHei'&gt;· 模式一：输入重试&lt;/text&gt;&lt;text x='686' y='197.5' fontSize='13' fill='#3A4A58' textAnchor='start' fontFamily='Microsoft YaHei'&gt;· 模式二：多个异常分别处理&lt;/text&gt;&lt;text x='686' y='226.0' fontSize='13' fill='#3A4A58' textAnchor='start' fontFamily='Microsoft YaHei'&gt;· 模式三：获取异常信息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9 · 第 4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写文件与异常处理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0 / 111 节&lt;/Text&gt;&#13;&#10;        &lt;/Box&gt;&#13;&#10;        &lt;Text style={{ fontSize: 30, fontWeight: 'bold', color: '#16232E' }}&gt;JSON / CSV 与持久化实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用 JSON 让数据被记住，理解它和嵌套结构的关系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把嵌套字典存成 JSON 再读回来&lt;/text&gt;&lt;text x='84' y='338.75' fontSize='14.5' fill='#3A4A58' textAnchor='start' fontFamily='Microsoft YaHei'&gt;· 读写一个 CSV 表格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动手项目 10.1–10.13 学习笔记管理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9 · 第 5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457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JSON / CSV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与持久化实战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0 节&lt;/Text&gt;&#13;&#10;        &lt;/Box&gt;&#13;&#10;        &lt;Text style={{ fontSize: 30, fontWeight: 'bold', color: '#16232E' }}&gt;核心知识点&lt;/Text&gt;&#13;&#10;        &lt;Text style={{ fontSize: 15, color: '#5A6B7A', marginTop: 10 }}&gt;· JSON / CSV 与持久化实战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8 JSON：让数据能被记住&lt;/text&gt;&lt;text x='82' y='169.0' fontSize='13' fill='#3A4A58' textAnchor='start' fontFamily='Microsoft YaHei'&gt;· JSON 与 Python 的对应关系&lt;/text&gt;&lt;text x='82' y='197.5' fontSize='13' fill='#3A4A58' textAnchor='start' fontFamily='Microsoft YaHei'&gt;· 注意一个坑&lt;/text&gt;&lt;text x='82' y='226.0' fontSize='13' fill='#3A4A58' textAnchor='start' fontFamily='Microsoft YaHei'&gt;· 读写 JSON 文件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9 CSV：读写表格&lt;/text&gt;&lt;text x='686' y='169.0' fontSize='13' fill='#3A4A58' textAnchor='start' fontFamily='Microsoft YaHei'&gt;· 两个必写的参数&lt;/text&gt;&lt;text x='686' y='197.5' fontSize='13' fill='#3A4A58' textAnchor='start' fontFamily='Microsoft YaHei'&gt;· newline=&quot;&quot;：没有它，Windows 上会写出空行（Python 会在 \r\n 之间再加一个…&lt;/text&gt;&lt;text x='686' y='226.0' fontSize='13' fill='#3A4A58' textAnchor='start' fontFamily='Microsoft YaHei'&gt;· encoding=&quot;utf-8&quot;：同上，中文必需。&lt;/text&gt;&lt;text x='64' y='470' fontSize='14.5' fontWeight='bold' fill='#0E9B78' textAnchor='start' fontFamily='Microsoft YaHei'&gt;本节的代码示例&lt;/text&gt;&lt;text x='64' y='500' fontSize='13' fill='#3A4A58' textAnchor='start' fontFamily='Microsoft YaHei'&gt;· with open 读写&lt;/text&gt;&lt;text x='468' y='500' fontSize='13' fill='#3A4A58' textAnchor='start' fontFamily='Microsoft YaHei'&gt;· 三种模式的区别&lt;/text&gt;&lt;text x='872' y='500' fontSize='13' fill='#3A4A58' textAnchor='start' fontFamily='Microsoft YaHei'&gt;· 四种读取方式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9 · 第 5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JSON / CSV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与持久化实战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51 / 111 节&lt;/Text&gt;&#13;&#10;        &lt;/Box&gt;&#13;&#10;        &lt;Text style={{ fontSize: 30, fontWeight: 'bold', color: '#16232E' }}&gt;动手实战、答案与验收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9 练习，确认文件与异常都过关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30 分钟独立完成基础档&lt;/text&gt;&lt;text x='84' y='338.75' fontSize='14.5' fill='#3A4A58' textAnchor='start' fontFamily='Microsoft YaHei'&gt;· 逐题对照答案并打勾验收自测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能存到 JSON 的学习笔记程序&lt;/text&gt;&lt;text x='674' y='338.75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9 · 第 5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动手实战、答案与验收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51 节&lt;/Text&gt;&#13;&#10;        &lt;/Box&gt;&#13;&#10;        &lt;Text style={{ fontSize: 30, fontWeight: 'bold', color: '#16232E' }}&gt;核心知识点&lt;/Text&gt;&#13;&#10;        &lt;Text style={{ fontSize: 15, color: '#5A6B7A', marginTop: 10 }}&gt;· 动手实战、答案与验收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9-1【记事本程序】&lt;/text&gt;&lt;text x='82' y='197.5' fontSize='13' fill='#3A4A58' textAnchor='start' fontFamily='Microsoft YaHei'&gt;· 练习 9-2【四种读取方式对比】&lt;/text&gt;&lt;text x='82' y='226.0' fontSize='13' fill='#3A4A58' textAnchor='start' fontFamily='Microsoft YaHei'&gt;· .read() 的结果类型是 _，.readlines() 的结果是 _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9-5【JSON 配置文件】&lt;/text&gt;&lt;text x='486' y='197.5' fontSize='13' fill='#3A4A58' textAnchor='start' fontFamily='Microsoft YaHei'&gt;· 练习 9-6【CSV 成绩管理】&lt;/text&gt;&lt;text x='486' y='226.0' fontSize='13' fill='#3A4A58' textAnchor='start' fontFamily='Microsoft YaHei'&gt;· 练习 9-7【健壮的用户交互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9-8&lt;/text&gt;&lt;text x='890' y='169.0' fontSize='13' fill='#3A4A58' textAnchor='start' fontFamily='Microsoft YaHei'&gt;· 1. 简答题&lt;/text&gt;&lt;text x='890' y='197.5' fontSize='13' fill='#3A4A58' textAnchor='start' fontFamily='Microsoft YaHei'&gt;· 2. 简答题&lt;/text&gt;&lt;text x='890' y='226.0' fontSize='13' fill='#3A4A58' textAnchor='start' fontFamily='Microsoft YaHei'&gt;· 3. 判断题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9 · 第 5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51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动手实战、答案与验收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9 · 小结与验收&lt;/Text&gt;&#13;&#10;        &lt;Text style={{ fontSize: 16, color: '#5A6B7A', marginTop: 6 }}&gt;文件与异常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47 节 · open() 与三种模式&lt;/text&gt;&lt;text x='0' y='64' fontSize='14.5' fill='#3A4A58' fontFamily='Microsoft YaHei'&gt;· 第 48 节 · with 语句与四种读取方式&lt;/text&gt;&lt;text x='0' y='94' fontSize='14.5' fill='#3A4A58' fontFamily='Microsoft YaHei'&gt;· 第 49 节 · 写文件与异常处理&lt;/text&gt;&lt;text x='0' y='124' fontSize='14.5' fill='#3A4A58' fontFamily='Microsoft YaHei'&gt;· 第 50 节 · JSON / CSV 与持久化实战&lt;/text&gt;&lt;text x='0' y='154' fontSize='14.5' fill='#3A4A58' fontFamily='Microsoft YaHei'&gt;· 第 51 节 · 动手实战、答案与验收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9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9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文件与异常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68025" y="64579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9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2026-10-29T00:35:23Z</dcterms:created>
  <dcterms:modified xsi:type="dcterms:W3CDTF">2026-10-29T00:35:23Z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{"AIGC":{"Label":"1","ContentProducer":"00119111010856365494821B355","ProduceID":"01a183579b68743e9c290638234d6294","ReservedCode1":"","ContentPropagator":"00119111010856365494821B355","PropagateID":"01a183579b68743e9c290638234d6294","ReservedCode2":""}}</vt:lpwstr>
  </property>
</Properties>
</file>