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Masters/slideMaster1.xml" ContentType="application/vnd.openxmlformats-officedocument.presentationml.slideMaster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8" Type="http://schemas.openxmlformats.org/officeDocument/2006/relationships/slide" Target="slides/slide8.xml" /><Relationship Id="rId1" Type="http://schemas.openxmlformats.org/officeDocument/2006/relationships/slide" Target="slides/slide1.xml" /><Relationship Id="rId11" Type="http://schemas.openxmlformats.org/officeDocument/2006/relationships/slide" Target="slides/slide11.xml" /><Relationship Id="rId10" Type="http://schemas.openxmlformats.org/officeDocument/2006/relationships/slide" Target="slides/slide10.xml" /><Relationship Id="rId13" Type="http://schemas.openxmlformats.org/officeDocument/2006/relationships/notesMaster" Target="notesMasters/notesMaster1.xml" /><Relationship Id="rId12" Type="http://schemas.openxmlformats.org/officeDocument/2006/relationships/slide" Target="slides/slide12.xml" 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5&lt;/Text&gt;&#13;&#10;        &lt;Text style={{ fontSize: 38, fontWeight: 'bold', color: '#FFFFFF', marginTop: 6 }}&gt;字典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196' width='1152' height='38' rx='7' fill='#FFFFFF' /&gt;&lt;text x='16' y='221' fontSize='15' fontWeight='bold' fill='#1F5FA8' fontFamily='Microsoft YaHei'&gt;第 23 节&lt;/text&gt;&lt;text x='96' y='221' fontSize='15' fill='#16232E' fontFamily='Microsoft YaHei'&gt;字典：按名字找数据&lt;/text&gt;&lt;text x='1080' y='221' fontSize='13' fill='#5A6B7A' textAnchor='end' fontFamily='Microsoft YaHei'&gt;W5&lt;/text&gt;&lt;rect x='0' y='238' width='1152' height='38' rx='7' fill='#F2F7FD' /&gt;&lt;text x='16' y='263' fontSize='15' fontWeight='bold' fill='#1F5FA8' fontFamily='Microsoft YaHei'&gt;第 24 节&lt;/text&gt;&lt;text x='96' y='263' fontSize='15' fill='#16232E' fontFamily='Microsoft YaHei'&gt;三种遍历与 get() 安全取值&lt;/text&gt;&lt;text x='1080' y='263' fontSize='13' fill='#5A6B7A' textAnchor='end' fontFamily='Microsoft YaHei'&gt;W5&lt;/text&gt;&lt;rect x='0' y='280' width='1152' height='38' rx='7' fill='#FFFFFF' /&gt;&lt;text x='16' y='305' fontSize='15' fontWeight='bold' fill='#1F5FA8' fontFamily='Microsoft YaHei'&gt;第 25 节&lt;/text&gt;&lt;text x='96' y='305' fontSize='15' fill='#16232E' fontFamily='Microsoft YaHei'&gt;遍历时修改与嵌套结构&lt;/text&gt;&lt;text x='1080' y='305' fontSize='13' fill='#5A6B7A' textAnchor='end' fontFamily='Microsoft YaHei'&gt;W5&lt;/text&gt;&lt;rect x='0' y='322' width='1152' height='38' rx='7' fill='#F2F7FD' /&gt;&lt;text x='16' y='347' fontSize='15' fontWeight='bold' fill='#1F5FA8' fontFamily='Microsoft YaHei'&gt;第 26 节&lt;/text&gt;&lt;text x='96' y='347' fontSize='15' fill='#16232E' fontFamily='Microsoft YaHei'&gt;动手实战与答案讲评&lt;/text&gt;&lt;text x='1080' y='347' fontSize='13' fill='#5A6B7A' textAnchor='end' fontFamily='Microsoft YaHei'&gt;W5&lt;/text&gt;&lt;rect x='0' y='364' width='1152' height='38' rx='7' fill='#FFFFFF' /&gt;&lt;text x='16' y='389' fontSize='15' fontWeight='bold' fill='#1F5FA8' fontFamily='Microsoft YaHei'&gt;第 27 节&lt;/text&gt;&lt;text x='96' y='389' fontSize='15' fill='#16232E' fontFamily='Microsoft YaHei'&gt;单元 5 验收复盘&lt;/text&gt;&lt;text x='1080' y='389' fontSize='13' fill='#5A6B7A' textAnchor='end' fontFamily='Microsoft YaHei'&gt;W5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5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5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字典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5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3 / 111 节&lt;/Text&gt;&#13;&#10;        &lt;/Box&gt;&#13;&#10;        &lt;Text style={{ fontSize: 30, fontWeight: 'bold', color: '#16232E' }}&gt;字典：按名字找数据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「列表按位置找、字典按名字找」，掌握键值对增删改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把一个列表版数据改成字典版&lt;/text&gt;&lt;text x='84' y='338.75' fontSize='14.5' fill='#3A4A58' textAnchor='start' fontFamily='Microsoft YaHei'&gt;· 演示赋值的新增 vs 修改两种含义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5-1 ~ 5-3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字典：按名字找数据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3 节&lt;/Text&gt;&#13;&#10;        &lt;/Box&gt;&#13;&#10;        &lt;Text style={{ fontSize: 30, fontWeight: 'bold', color: '#16232E' }}&gt;核心知识点&lt;/Text&gt;&#13;&#10;        &lt;Text style={{ fontSize: 15, color: '#5A6B7A', marginTop: 10 }}&gt;· 字典：按名字找数据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列表按位置找，字典按名字找&lt;/text&gt;&lt;text x='82' y='169.0' fontSize='13' fill='#3A4A58' textAnchor='start' fontFamily='Microsoft YaHei'&gt;· 列表 = 一排有编号的抽屉。找东西靠数编号（第 3 个&lt;/text&gt;&lt;text x='82' y='188.5' fontSize='13' fill='#3A4A58' textAnchor='start' fontFamily='Microsoft YaHei'&gt;、第 7 个）。&lt;/text&gt;&lt;text x='82' y='217.0' fontSize='13' fill='#3A4A58' textAnchor='start' fontFamily='Microsoft YaHei'&gt;· 字典 = 一个巨大的储物柜，每个柜门上都贴着标签。找&lt;/text&gt;&lt;text x='82' y='236.5' fontSize='13' fill='#3A4A58' textAnchor='start' fontFamily='Microsoft YaHei'&gt;东西靠读标签（&quot;小明&quot; → 拿到他的号码）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键值对：key → value&lt;/text&gt;&lt;text x='486' y='169.0' fontSize='13' fill='#3A4A58' textAnchor='start' fontFamily='Microsoft YaHei'&gt;· 键（key）：唯一的标签，充当索引&lt;/text&gt;&lt;text x='486' y='197.5' fontSize='13' fill='#3A4A58' textAnchor='start' fontFamily='Microsoft YaHei'&gt;· 值（value）：这个标签下存的东西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新增 vs 修改：同一行代码，两种含义&lt;/text&gt;&lt;text x='890' y='169.0' fontSize='13' fill='#3A4A58' textAnchor='start' fontFamily='Microsoft YaHei'&gt;· 这是字典最容易困惑的一点：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字典：按名字找数据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4 / 111 节&lt;/Text&gt;&#13;&#10;        &lt;/Box&gt;&#13;&#10;        &lt;Text style={{ fontSize: 30, fontWeight: 'bold', color: '#16232E' }}&gt;三种遍历与 get() 安全取值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items / keys / values 三种遍历，知道 get() 为什么不崩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对同一字典用三种方式遍历并比较输出&lt;/text&gt;&lt;text x='84' y='338.75' fontSize='14.5' fill='#3A4A58' textAnchor='start' fontFamily='Microsoft YaHei'&gt;· 故意用 [] 取不存在的键看 KeyError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5-4 ~ 5-6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480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三种遍历与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get()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安全取值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4 节&lt;/Text&gt;&#13;&#10;        &lt;/Box&gt;&#13;&#10;        &lt;Text style={{ fontSize: 30, fontWeight: 'bold', color: '#16232E' }}&gt;核心知识点&lt;/Text&gt;&#13;&#10;        &lt;Text style={{ fontSize: 15, color: '#5A6B7A', marginTop: 10 }}&gt;· 三种遍历与 get() 安全取值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4 三种遍历方式&lt;/text&gt;&lt;text x='82' y='169.0' fontSize='13' fill='#3A4A58' textAnchor='start' fontFamily='Microsoft YaHei'&gt;· for key in dict 实际等于 for key in dict.keys()，因为 dict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5 .get()：不 crash 的取值方式&lt;/text&gt;&lt;text x='686' y='169.0' fontSize='13' fill='#3A4A58' textAnchor='start' fontFamily='Microsoft YaHei'&gt;· scores = ｛&quot;语文&quot;: 90, &quot;数学&quot;: 85｝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71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三种遍历与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get()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安全取值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5 / 111 节&lt;/Text&gt;&#13;&#10;        &lt;/Box&gt;&#13;&#10;        &lt;Text style={{ fontSize: 30, fontWeight: 'bold', color: '#16232E' }}&gt;遍历时修改与嵌套结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处理嵌套结构，为后面学 JSON 打基础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把三层嵌套数据一层层打印出来&lt;/text&gt;&lt;text x='84' y='338.75' fontSize='14.5' fill='#3A4A58' textAnchor='start' fontFamily='Microsoft YaHei'&gt;· 讨论：为什么 JSON 能被 Python 直接读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动手项目 6.1–6.3 生日调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遍历时修改与嵌套结构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5 节&lt;/Text&gt;&#13;&#10;        &lt;/Box&gt;&#13;&#10;        &lt;Text style={{ fontSize: 30, fontWeight: 'bold', color: '#16232E' }}&gt;核心知识点&lt;/Text&gt;&#13;&#10;        &lt;Text style={{ fontSize: 15, color: '#5A6B7A', marginTop: 10 }}&gt;· 遍历时修改与嵌套结构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6 遍历时能修改字典吗&lt;/text&gt;&lt;text x='82' y='169.0' fontSize='13' fill='#3A4A58' textAnchor='start' fontFamily='Microsoft YaHei'&gt;· 不能。 遍历过程中修改字典会报 RuntimeError: dictionary changed si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7 嵌套结构：字典的真正威力&lt;/text&gt;&lt;text x='686' y='169.0' fontSize='13' fill='#3A4A58' textAnchor='start' fontFamily='Microsoft YaHei'&gt;· 真实数据几乎都是嵌套的：&lt;/text&gt;&lt;text x='64' y='470' fontSize='14.5' fontWeight='bold' fill='#0E9B78' textAnchor='start' fontFamily='Microsoft YaHei'&gt;本节的代码示例&lt;/text&gt;&lt;text x='64' y='500' fontSize='13' fill='#3A4A58' textAnchor='start' fontFamily='Microsoft YaHei'&gt;· 创建与基本访问&lt;/text&gt;&lt;text x='468' y='500' fontSize='13' fill='#3A4A58' textAnchor='start' fontFamily='Microsoft YaHei'&gt;· 新增、修改、删除&lt;/text&gt;&lt;text x='872' y='500' fontSize='13' fill='#3A4A58' textAnchor='start' fontFamily='Microsoft YaHei'&gt;· 三种遍历方式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遍历时修改与嵌套结构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6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5 练习，能熟练遍历嵌套数据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讲评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三种嵌套结构各一组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6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5-1【个人信息字典】&lt;/text&gt;&lt;text x='82' y='197.5' fontSize='13' fill='#3A4A58' textAnchor='start' fontFamily='Microsoft YaHei'&gt;· 练习 5-2【通讯录】&lt;/text&gt;&lt;text x='82' y='226.0' fontSize='13' fill='#3A4A58' textAnchor='start' fontFamily='Microsoft YaHei'&gt;· 练习 5-3【成绩单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5-4【词频统计器】&lt;/text&gt;&lt;text x='486' y='197.5' fontSize='13' fill='#3A4A58' textAnchor='start' fontFamily='Microsoft YaHei'&gt;· 文本先转小写（.lower()）&lt;/text&gt;&lt;text x='486' y='226.0' fontSize='13' fill='#3A4A58' textAnchor='start' fontFamily='Microsoft YaHei'&gt;· 按空格 split 成单词列表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5-1&lt;/text&gt;&lt;text x='890' y='169.0' fontSize='13' fill='#3A4A58' textAnchor='start' fontFamily='Microsoft YaHei'&gt;· me = ｛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7 / 111 节&lt;/Text&gt;&#13;&#10;        &lt;/Box&gt;&#13;&#10;        &lt;Text style={{ fontSize: 30, fontWeight: 'bold', color: '#16232E' }}&gt;单元 5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字典增删改查、三种遍历、嵌套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现场演示嵌套数据的提取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7 节&lt;/Text&gt;&#13;&#10;        &lt;/Box&gt;&#13;&#10;        &lt;Text style={{ fontSize: 30, fontWeight: 'bold', color: '#16232E' }}&gt;核心知识点&lt;/Text&gt;&#13;&#10;        &lt;Text style={{ fontSize: 15, color: '#5A6B7A', marginTop: 10 }}&gt;· 单元 5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5 · 小结与验收&lt;/Text&gt;&#13;&#10;        &lt;Text style={{ fontSize: 16, color: '#5A6B7A', marginTop: 6 }}&gt;字典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23 节 · 字典：按名字找数据&lt;/text&gt;&lt;text x='0' y='64' fontSize='14.5' fill='#3A4A58' fontFamily='Microsoft YaHei'&gt;· 第 24 节 · 三种遍历与 get() 安全取值&lt;/text&gt;&lt;text x='0' y='94' fontSize='14.5' fill='#3A4A58' fontFamily='Microsoft YaHei'&gt;· 第 25 节 · 遍历时修改与嵌套结构&lt;/text&gt;&lt;text x='0' y='124' fontSize='14.5' fill='#3A4A58' fontFamily='Microsoft YaHei'&gt;· 第 26 节 · 动手实战与答案讲评&lt;/text&gt;&lt;text x='0' y='154' fontSize='14.5' fill='#3A4A58' fontFamily='Microsoft YaHei'&gt;· 第 27 节 · 单元 5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5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5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字典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5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2026-10-26T18:17:24Z</dcterms:created>
  <dcterms:modified xsi:type="dcterms:W3CDTF">2026-10-26T18:17:24Z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{"AIGC":{"Label":"1","ContentProducer":"00119111010856365494821B355","ProduceID":"01a177a72d987203a2fef1a571f4bd87","ReservedCode1":"","ContentPropagator":"00119111010856365494821B355","PropagateID":"01a177a72d987203a2fef1a571f4bd87","ReservedCode2":""}}</vt:lpwstr>
  </property>
</Properties>
</file>