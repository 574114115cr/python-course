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" Type="http://schemas.openxmlformats.org/officeDocument/2006/relationships/slide" Target="slides/slide1.xml" /><Relationship Id="rId7" Type="http://schemas.openxmlformats.org/officeDocument/2006/relationships/slide" Target="slides/slide7.xml" /><Relationship Id="rId13" Type="http://schemas.openxmlformats.org/officeDocument/2006/relationships/tableStyles" Target="tableStyles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4&lt;/Text&gt;&#13;&#10;        &lt;Text style={{ fontSize: 38, fontWeight: 'bold', color: '#FFFFFF', marginTop: 6 }}&gt;if 语句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19 节&lt;/text&gt;&lt;text x='96' y='85.0' fontSize='15' fill='#16232E' fontFamily='Microsoft YaHei'&gt;条件测试与比较运算&lt;/text&gt;&lt;text x='1080' y='85.0' fontSize='13' fill='#5A6B7A' textAnchor='end' fontFamily='Microsoft YaHei'&gt;W4&lt;/text&gt;&lt;rect x='0' y='155.0' width='1152' height='48.0' rx='7' fill='#F2F7FD' /&gt;&lt;text x='16' y='184.0' fontSize='15' fontWeight='bold' fill='#1F5FA8' fontFamily='Microsoft YaHei'&gt;第 20 节&lt;/text&gt;&lt;text x='96' y='184.0' fontSize='15' fill='#16232E' fontFamily='Microsoft YaHei'&gt;三分支结构与逻辑运算符&lt;/text&gt;&lt;text x='1080' y='184.0' fontSize='13' fill='#5A6B7A' textAnchor='end' fontFamily='Microsoft YaHei'&gt;W4&lt;/text&gt;&lt;rect x='0' y='254.0' width='1152' height='48.0' rx='7' fill='#FFFFFF' /&gt;&lt;text x='16' y='283.0' fontSize='15' fontWeight='bold' fill='#1F5FA8' fontFamily='Microsoft YaHei'&gt;第 21 节&lt;/text&gt;&lt;text x='96' y='283.0' fontSize='15' fill='#16232E' fontFamily='Microsoft YaHei'&gt;链式比较、is 与条件表达式&lt;/text&gt;&lt;text x='1080' y='283.0' fontSize='13' fill='#5A6B7A' textAnchor='end' fontFamily='Microsoft YaHei'&gt;W4&lt;/text&gt;&lt;rect x='0' y='353.0' width='1152' height='48.0' rx='7' fill='#F2F7FD' /&gt;&lt;text x='16' y='382.0' fontSize='15' fontWeight='bold' fill='#1F5FA8' fontFamily='Microsoft YaHei'&gt;第 22 节&lt;/text&gt;&lt;text x='96' y='382.0' fontSize='15' fill='#16232E' fontFamily='Microsoft YaHei'&gt;动手实战、答案与验收&lt;/text&gt;&lt;text x='1080' y='382.0' fontSize='13' fill='#5A6B7A' textAnchor='end' fontFamily='Microsoft YaHei'&gt;W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4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4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9 / 111 节&lt;/Text&gt;&#13;&#10;        &lt;/Box&gt;&#13;&#10;        &lt;Text style={{ fontSize: 30, fontWeight: 'bold', color: '#16232E' }}&gt;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六个比较运算符和 in / not in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预测 8 个表达式的 True/False 再验证&lt;/text&gt;&lt;text x='84' y='338.75' fontSize='14.5' fill='#3A4A58' textAnchor='start' fontFamily='Microsoft YaHei'&gt;· 故意用 is 比较字符串看结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1 ~ 4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9 节&lt;/Text&gt;&#13;&#10;        &lt;/Box&gt;&#13;&#10;        &lt;Text style={{ fontSize: 30, fontWeight: 'bold', color: '#16232E' }}&gt;核心知识点&lt;/Text&gt;&#13;&#10;        &lt;Text style={{ fontSize: 15, color: '#5A6B7A', marginTop: 10 }}&gt;· 条件测试与比较运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条件测试：一个只能回答是/否的问题&lt;/text&gt;&lt;text x='82' y='169.0' fontSize='13' fill='#3A4A58' textAnchor='start' fontFamily='Microsoft YaHei'&gt;· 最常见的语法错误：把 == 写成 =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六个比较运算符&lt;/text&gt;&lt;text x='686' y='169.0' fontSize='13' fill='#3A4A58' textAnchor='start' fontFamily='Microsoft YaHei'&gt;· 字符串也能比较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1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条件测试与比较运算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0 / 111 节&lt;/Text&gt;&#13;&#10;        &lt;/Box&gt;&#13;&#10;        &lt;Text style={{ fontSize: 30, fontWeight: 'bold', color: '#16232E' }}&gt;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f / elif / else 与 and / or / not，理解顺序为什么重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票价分级程序，故意把条件顺序写反看结果&lt;/text&gt;&lt;text x='84' y='338.75' fontSize='14.5' fill='#3A4A58' textAnchor='start' fontFamily='Microsoft YaHei'&gt;· 演示短路求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4-3 ~ 4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0 节&lt;/Text&gt;&#13;&#10;        &lt;/Box&gt;&#13;&#10;        &lt;Text style={{ fontSize: 30, fontWeight: 'bold', color: '#16232E' }}&gt;核心知识点&lt;/Text&gt;&#13;&#10;        &lt;Text style={{ fontSize: 15, color: '#5A6B7A', marginTop: 10 }}&gt;· 三分支结构与逻辑运算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分支结构：if / elif / else&lt;/text&gt;&lt;text x='82' y='169.0' fontSize='13' fill='#3A4A58' textAnchor='start' fontFamily='Microsoft YaHei'&gt;· 顺序为什么重要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逻辑运算符：把条件组合起来&lt;/text&gt;&lt;text x='686' y='169.0' fontSize='13' fill='#3A4A58' textAnchor='start' fontFamily='Microsoft YaHei'&gt;· and：两边都为真才为真&lt;/text&gt;&lt;text x='686' y='197.5' fontSize='13' fill='#3A4A58' textAnchor='start' fontFamily='Microsoft YaHei'&gt;· or：两边有一个为真就为真&lt;/text&gt;&lt;text x='686' y='226.0' fontSize='13' fill='#3A4A58' textAnchor='start' fontFamily='Microsoft YaHei'&gt;· not：取反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三分支结构与逻辑运算符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1 / 111 节&lt;/Text&gt;&#13;&#10;        &lt;/Box&gt;&#13;&#10;        &lt;Text style={{ fontSize: 30, fontWeight: 'bold', color: '#16232E' }}&gt;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链式比较、== 与 is、条件表达式写出更干净的判断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 if 改成 elif 链和条件表达式两种写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4-6 ~ 4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链式比较、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1 节&lt;/Text&gt;&#13;&#10;        &lt;/Box&gt;&#13;&#10;        &lt;Text style={{ fontSize: 30, fontWeight: 'bold', color: '#16232E' }}&gt;核心知识点&lt;/Text&gt;&#13;&#10;        &lt;Text style={{ fontSize: 15, color: '#5A6B7A', marginTop: 10 }}&gt;· 链式比较、is 与条件表达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== 还是 is？&lt;/text&gt;&lt;text x='82' y='169.0' fontSize='13' fill='#3A4A58' textAnchor='start' fontFamily='Microsoft YaHei'&gt;· 为什么不用 if result == None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条件表达式：把 5 行压成 1 行&lt;/text&gt;&lt;text x='686' y='169.0' fontSize='13' fill='#3A4A58' textAnchor='start' fontFamily='Microsoft YaHei'&gt;· 结构是 真值时的结果 if 条件 else 假值时的结果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f 单分支&lt;/text&gt;&lt;text x='468' y='500' fontSize='13' fill='#3A4A58' textAnchor='start' fontFamily='Microsoft YaHei'&gt;· if / elif / else 三分支&lt;/text&gt;&lt;text x='872' y='500' fontSize='13' fill='#3A4A58' textAnchor='start' fontFamily='Microsoft YaHei'&gt;· 顺序的重要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链式比较、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与条件表达式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2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4 练习，确认条件判断全部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条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3 个条件判断小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4-1【奇偶判断】&lt;/text&gt;&lt;text x='82' y='197.5' fontSize='13' fill='#3A4A58' textAnchor='start' fontFamily='Microsoft YaHei'&gt;· 练习 4-2【成绩等级】&lt;/text&gt;&lt;text x='82' y='226.0' fontSize='13' fill='#3A4A58' textAnchor='start' fontFamily='Microsoft YaHei'&gt;· 90分及以上 → 优秀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4-5【闰年判断】&lt;/text&gt;&lt;text x='486' y='197.5' fontSize='13' fill='#3A4A58' textAnchor='start' fontFamily='Microsoft YaHei'&gt;· 练习 4-6【三数之和与安全取值】&lt;/text&gt;&lt;text x='486' y='226.0' fontSize='13' fill='#3A4A58' textAnchor='start' fontFamily='Microsoft YaHei'&gt;· 练习 4-7【三角形判定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4-9&lt;/text&gt;&lt;text x='890' y='169.0' fontSize='13' fill='#3A4A58' textAnchor='start' fontFamily='Microsoft YaHei'&gt;· 注意 continue 的用法：空名字不进入后面的判断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4 · 第 2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4 · 小结与验收&lt;/Text&gt;&#13;&#10;        &lt;Text style={{ fontSize: 16, color: '#5A6B7A', marginTop: 6 }}&gt;if 语句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9 节 · 条件测试与比较运算&lt;/text&gt;&lt;text x='0' y='64' fontSize='14.5' fill='#3A4A58' fontFamily='Microsoft YaHei'&gt;· 第 20 节 · 三分支结构与逻辑运算符&lt;/text&gt;&lt;text x='0' y='94' fontSize='14.5' fill='#3A4A58' fontFamily='Microsoft YaHei'&gt;· 第 21 节 · 链式比较、is 与条件表达式&lt;/text&gt;&lt;text x='0' y='124' fontSize='14.5' fill='#3A4A58' fontFamily='Microsoft YaHei'&gt;· 第 22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4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4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2026-10-29T00:31:42Z</dcterms:created>
  <dcterms:modified xsi:type="dcterms:W3CDTF">2026-10-29T00:31:42Z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