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tableStyles" Target="tableStyles.xml"/><Relationship Id="rId1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4 · 单元 4 · if 语句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19 节 条件测试与比较运算</a:t>
            </a:r>
          </a:p>
          <a:p>
            <a:r>
              <a:rPr lang="zh-CN" dirty="0"/>
              <a:t>· 第 20 节 三分支结构与逻辑运算符</a:t>
            </a:r>
          </a:p>
          <a:p>
            <a:r>
              <a:rPr lang="zh-CN" dirty="0"/>
              <a:t>· 第 21 节 链式比较、is 与条件表达式</a:t>
            </a:r>
          </a:p>
          <a:p>
            <a:r>
              <a:rPr lang="zh-CN" dirty="0"/>
              <a:t>· 第 22 节 动手实战、答案与验收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19 节 · 条件测试与比较运算</a:t>
            </a:r>
          </a:p>
          <a:p>
            <a:r>
              <a:rPr lang="zh-CN" dirty="0"/>
              <a:t>单元 4 · if 语句 · W4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学习目标：掌握六个比较运算符和 in / not in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现场预测 8 个表达式的 True/False 再验证</a:t>
            </a:r>
          </a:p>
          <a:p>
            <a:r>
              <a:rPr lang="zh-CN" dirty="0"/>
              <a:t>· 故意用 is 比较字符串看结果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 4-1 ~ 4-2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19 节 · 核心知识点：条件测试与比较运算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本节目标：掌握六个比较运算符和 in / not in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20 节 · 三分支结构与逻辑运算符</a:t>
            </a:r>
          </a:p>
          <a:p>
            <a:r>
              <a:rPr lang="zh-CN" dirty="0"/>
              <a:t>单元 4 · if 语句 · W4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学习目标：掌握 if / elif / else 与 and / or / not，理解顺序为什么重要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写一个票价分级程序，故意把条件顺序写反看结果</a:t>
            </a:r>
          </a:p>
          <a:p>
            <a:r>
              <a:rPr lang="zh-CN" dirty="0"/>
              <a:t>· 演示短路求值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 4-3 ~ 4-5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20 节 · 核心知识点：三分支结构与逻辑运算符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本节目标：掌握 if / elif / else 与 and / or / not，理解顺序为什么重要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21 节 · 链式比较、is 与条件表达式</a:t>
            </a:r>
          </a:p>
          <a:p>
            <a:r>
              <a:rPr lang="zh-CN" dirty="0"/>
              <a:t>单元 4 · if 语句 · W4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学习目标：能用链式比较、== 与 is、条件表达式写出更干净的判断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把嵌套 if 改成 elif 链和条件表达式两种写法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完成动手练习进阶档 4-6 ~ 4-8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21 节 · 核心知识点：链式比较、is 与条件表达式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本节目标：能用链式比较、== 与 is、条件表达式写出更干净的判断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22 节 · 动手实战、答案与验收</a:t>
            </a:r>
          </a:p>
          <a:p>
            <a:r>
              <a:rPr lang="zh-CN" dirty="0"/>
              <a:t>单元 4 · if 语句 · W4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学习目标：独立完成单元 4 练习，确认条件判断全部过关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限时 25 分钟独立完成基础档</a:t>
            </a:r>
          </a:p>
          <a:p>
            <a:r>
              <a:rPr lang="zh-CN" dirty="0"/>
              <a:t>· 逐条打勾验收自测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产出：3 个条件判断小程序</a:t>
            </a:r>
          </a:p>
          <a:p>
            <a:r>
              <a:rPr lang="zh-CN" dirty="0"/>
              <a:t>· 完成本单元小结与产出检查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22 节 · 核心知识点：动手实战、答案与验收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本节目标：独立完成单元 4 练习，确认条件判断全部过关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4 小结 · 单元 4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1 · 单元 4&lt;/Text&gt;&#13;&#10;        &lt;Text style={{ fontSize: 38, fontWeight: 'bold', color: '#FFFFFF', marginTop: 6 }}&gt;if 语句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4 节课&lt;/text&gt;&#13;&#10;            &lt;rect x='0' y='196' width='1152' height='38' rx='7' fill='#FFFFFF' /&gt;&lt;text x='16' y='221' fontSize='15' fontWeight='bold' fill='#1F5FA8' fontFamily='Microsoft YaHei'&gt;第 19 节&lt;/text&gt;&lt;text x='96' y='221' fontSize='15' fill='#16232E' fontFamily='Microsoft YaHei'&gt;条件测试与比较运算&lt;/text&gt;&lt;text x='1080' y='221' fontSize='13' fill='#5A6B7A' textAnchor='end' fontFamily='Microsoft YaHei'&gt;W4&lt;/text&gt;&lt;rect x='0' y='238' width='1152' height='38' rx='7' fill='#F2F7FD' /&gt;&lt;text x='16' y='263' fontSize='15' fontWeight='bold' fill='#1F5FA8' fontFamily='Microsoft YaHei'&gt;第 20 节&lt;/text&gt;&lt;text x='96' y='263' fontSize='15' fill='#16232E' fontFamily='Microsoft YaHei'&gt;三分支结构与逻辑运算符&lt;/text&gt;&lt;text x='1080' y='263' fontSize='13' fill='#5A6B7A' textAnchor='end' fontFamily='Microsoft YaHei'&gt;W4&lt;/text&gt;&lt;rect x='0' y='280' width='1152' height='38' rx='7' fill='#FFFFFF' /&gt;&lt;text x='16' y='305' fontSize='15' fontWeight='bold' fill='#1F5FA8' fontFamily='Microsoft YaHei'&gt;第 21 节&lt;/text&gt;&lt;text x='96' y='305' fontSize='15' fill='#16232E' fontFamily='Microsoft YaHei'&gt;链式比较、is 与条件表达式&lt;/text&gt;&lt;text x='1080' y='305' fontSize='13' fill='#5A6B7A' textAnchor='end' fontFamily='Microsoft YaHei'&gt;W4&lt;/text&gt;&lt;rect x='0' y='322' width='1152' height='38' rx='7' fill='#F2F7FD' /&gt;&lt;text x='16' y='347' fontSize='15' fontWeight='bold' fill='#1F5FA8' fontFamily='Microsoft YaHei'&gt;第 22 节&lt;/text&gt;&lt;text x='96' y='347' fontSize='15' fill='#16232E' fontFamily='Microsoft YaHei'&gt;动手实战、答案与验收&lt;/text&gt;&lt;text x='1080' y='347' fontSize='13' fill='#5A6B7A' textAnchor='end' fontFamily='Microsoft YaHei'&gt;W4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4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4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if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语句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4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9 / 111 节&lt;/Text&gt;&#13;&#10;        &lt;/Box&gt;&#13;&#10;        &lt;Text style={{ fontSize: 30, fontWeight: 'bold', color: '#16232E' }}&gt;条件测试与比较运算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六个比较运算符和 in / not in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现场预测 8 个表达式的 True/False 再验证&lt;/text&gt;&lt;text x='84' y='338.75' fontSize='14.5' fill='#3A4A58' textAnchor='start' fontFamily='Microsoft YaHei'&gt;· 故意用 is 比较字符串看结果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4-1 ~ 4-2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4 · 第 1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19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条件测试与比较运算</a:t>
            </a:r>
            <a:endParaRPr/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9 节&lt;/Text&gt;&#13;&#10;        &lt;/Box&gt;&#13;&#10;        &lt;Text style={{ fontSize: 30, fontWeight: 'bold', color: '#16232E' }}&gt;核心知识点&lt;/Text&gt;&#13;&#10;        &lt;Text style={{ fontSize: 15, color: '#5A6B7A', marginTop: 10 }}&gt;· 条件测试与比较运算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1 条件测试：一个只能回答是/否的问题&lt;/text&gt;&lt;text x='82' y='169.0' fontSize='13' fill='#3A4A58' textAnchor='start' fontFamily='Microsoft YaHei'&gt;· 最常见的语法错误：把 == 写成 =。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2 六个比较运算符&lt;/text&gt;&lt;text x='686' y='169.0' fontSize='13' fill='#3A4A58' textAnchor='start' fontFamily='Microsoft YaHei'&gt;· 字符串也能比较：Python 按字符编码逐个比较，所以可以按字母排序：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4 · 第 1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19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条件测试与比较运算</a:t>
            </a:r>
            <a:endParaRPr/>
          </a:p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20 / 111 节&lt;/Text&gt;&#13;&#10;        &lt;/Box&gt;&#13;&#10;        &lt;Text style={{ fontSize: 30, fontWeight: 'bold', color: '#16232E' }}&gt;三分支结构与逻辑运算符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 if / elif / else 与 and / or / not，理解顺序为什么重要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写一个票价分级程序，故意把条件顺序写反看结果&lt;/text&gt;&lt;text x='84' y='338.75' fontSize='14.5' fill='#3A4A58' textAnchor='start' fontFamily='Microsoft YaHei'&gt;· 演示短路求值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4-3 ~ 4-5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4 · 第 2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20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三分支结构与逻辑运算符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20 节&lt;/Text&gt;&#13;&#10;        &lt;/Box&gt;&#13;&#10;        &lt;Text style={{ fontSize: 30, fontWeight: 'bold', color: '#16232E' }}&gt;核心知识点&lt;/Text&gt;&#13;&#10;        &lt;Text style={{ fontSize: 15, color: '#5A6B7A', marginTop: 10 }}&gt;· 三分支结构与逻辑运算符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3 三分支结构：if / elif / else&lt;/text&gt;&lt;text x='82' y='169.0' fontSize='13' fill='#3A4A58' textAnchor='start' fontFamily='Microsoft YaHei'&gt;· 三条规则，务必记牢：&lt;/text&gt;&lt;text x='82' y='197.5' fontSize='13' fill='#3A4A58' textAnchor='start' fontFamily='Microsoft YaHei'&gt;· 顺序为什么重要——这是本单元最核心的洞察：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4 逻辑运算符：把条件组合起来&lt;/text&gt;&lt;text x='686' y='169.0' fontSize='13' fill='#3A4A58' textAnchor='start' fontFamily='Microsoft YaHei'&gt;· and：两边都为真才为真&lt;/text&gt;&lt;text x='686' y='197.5' fontSize='13' fill='#3A4A58' textAnchor='start' fontFamily='Microsoft YaHei'&gt;· or：两边有一个为真就为真&lt;/text&gt;&lt;text x='686' y='226.0' fontSize='13' fill='#3A4A58' textAnchor='start' fontFamily='Microsoft YaHei'&gt;· not：取反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4 · 第 2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三分支结构与逻辑运算符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21 / 111 节&lt;/Text&gt;&#13;&#10;        &lt;/Box&gt;&#13;&#10;        &lt;Text style={{ fontSize: 30, fontWeight: 'bold', color: '#16232E' }}&gt;链式比较、is 与条件表达式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能用链式比较、== 与 is、条件表达式写出更干净的判断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把嵌套 if 改成 elif 链和条件表达式两种写法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进阶档 4-6 ~ 4-8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4 · 第 2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21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457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链式比较、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is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与条件表达式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21 节&lt;/Text&gt;&#13;&#10;        &lt;/Box&gt;&#13;&#10;        &lt;Text style={{ fontSize: 30, fontWeight: 'bold', color: '#16232E' }}&gt;核心知识点&lt;/Text&gt;&#13;&#10;        &lt;Text style={{ fontSize: 15, color: '#5A6B7A', marginTop: 10 }}&gt;· 链式比较、is 与条件表达式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5 链式比较：Python 的贴心语法&lt;/text&gt;&lt;text x='82' y='169.0' fontSize='13' fill='#3A4A58' textAnchor='start' fontFamily='Microsoft YaHei'&gt;· Python 支持把比较串起来写，像数学一样：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6 == 还是 is？&lt;/text&gt;&lt;text x='486' y='169.0' fontSize='13' fill='#3A4A58' textAnchor='start' fontFamily='Microsoft YaHei'&gt;· 为什么不用 if result == None？ 因为 None 只可能&lt;/text&gt;&lt;text x='486' y='188.5' fontSize='13' fill='#3A4A58' textAnchor='start' fontFamily='Microsoft YaHei'&gt;是那一个对象，is None…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7 条件表达式：把 5 行压成 1 行&lt;/text&gt;&lt;text x='890' y='169.0' fontSize='13' fill='#3A4A58' textAnchor='start' fontFamily='Microsoft YaHei'&gt;· if age ＞= 18:&lt;/text&gt;&lt;text x='64' y='470' fontSize='14.5' fontWeight='bold' fill='#0E9B78' textAnchor='start' fontFamily='Microsoft YaHei'&gt;本节的代码示例&lt;/text&gt;&lt;text x='64' y='500' fontSize='13' fill='#3A4A58' textAnchor='start' fontFamily='Microsoft YaHei'&gt;· if 单分支&lt;/text&gt;&lt;text x='468' y='500' fontSize='13' fill='#3A4A58' textAnchor='start' fontFamily='Microsoft YaHei'&gt;· if / elif / else 三分支&lt;/text&gt;&lt;text x='872' y='500' fontSize='13' fill='#3A4A58' textAnchor='start' fontFamily='Microsoft YaHei'&gt;· 顺序的重要性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4 · 第 2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800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链式比较、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is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与条件表达式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22 / 111 节&lt;/Text&gt;&#13;&#10;        &lt;/Box&gt;&#13;&#10;        &lt;Text style={{ fontSize: 30, fontWeight: 'bold', color: '#16232E' }}&gt;动手实战、答案与验收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4 练习，确认条件判断全部过关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限时 25 分钟独立完成基础档&lt;/text&gt;&lt;text x='84' y='338.75' fontSize='14.5' fill='#3A4A58' textAnchor='start' fontFamily='Microsoft YaHei'&gt;· 逐条打勾验收自测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3 个条件判断小程序&lt;/text&gt;&lt;text x='674' y='338.75' fontSize='14.5' fill='#3A4A58' textAnchor='start' fontFamily='Microsoft YaHei'&gt;· 完成本单元小结与产出检查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4 · 第 2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22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动手实战、答案与验收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22 节&lt;/Text&gt;&#13;&#10;        &lt;/Box&gt;&#13;&#10;        &lt;Text style={{ fontSize: 30, fontWeight: 'bold', color: '#16232E' }}&gt;核心知识点&lt;/Text&gt;&#13;&#10;        &lt;Text style={{ fontSize: 15, color: '#5A6B7A', marginTop: 10 }}&gt;· 动手实战、答案与验收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4-1【奇偶判断】&lt;/text&gt;&lt;text x='82' y='197.5' fontSize='13' fill='#3A4A58' textAnchor='start' fontFamily='Microsoft YaHei'&gt;· 练习 4-2【成绩等级】&lt;/text&gt;&lt;text x='82' y='226.0' fontSize='13' fill='#3A4A58' textAnchor='start' fontFamily='Microsoft YaHei'&gt;· 90分及以上 → 优秀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4-5【闰年判断】&lt;/text&gt;&lt;text x='486' y='197.5' fontSize='13' fill='#3A4A58' textAnchor='start' fontFamily='Microsoft YaHei'&gt;· 练习 4-6【三数之和与安全取值】&lt;/text&gt;&lt;text x='486' y='226.0' fontSize='13' fill='#3A4A58' textAnchor='start' fontFamily='Microsoft YaHei'&gt;· 练习 4-7【三角形判定】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4-1&lt;/text&gt;&lt;text x='890' y='169.0' fontSize='13' fill='#3A4A58' textAnchor='start' fontFamily='Microsoft YaHei'&gt;· number = 7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4 · 第 2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22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动手实战、答案与验收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4 · 小结与验收&lt;/Text&gt;&#13;&#10;        &lt;Text style={{ fontSize: 16, color: '#5A6B7A', marginTop: 6 }}&gt;if 语句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19 节 · 条件测试与比较运算&lt;/text&gt;&lt;text x='0' y='64' fontSize='14.5' fill='#3A4A58' fontFamily='Microsoft YaHei'&gt;· 第 20 节 · 三分支结构与逻辑运算符&lt;/text&gt;&lt;text x='0' y='94' fontSize='14.5' fill='#3A4A58' fontFamily='Microsoft YaHei'&gt;· 第 21 节 · 链式比较、is 与条件表达式&lt;/text&gt;&lt;text x='0' y='124' fontSize='14.5' fill='#3A4A58' fontFamily='Microsoft YaHei'&gt;· 第 22 节 · 动手实战、答案与验收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4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4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if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语句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17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868025" y="64579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4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2026-10-16T00:38:06Z</dcterms:created>
  <dcterms:modified xsi:type="dcterms:W3CDTF">2026-10-16T00:38:06Z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{"AIGC":{"Label":"1","ContentProducer":"00119111010856365494821B355","ProduceID":"01a140606b8e78a9a7f16f4a35ab0244","ReservedCode1":"","ContentPropagator":"00119111010856365494821B355","PropagateID":"01a140606b8e78a9a7f16f4a35ab0244","ReservedCode2":""}}</vt:lpwstr>
  </property>
</Properties>
</file>