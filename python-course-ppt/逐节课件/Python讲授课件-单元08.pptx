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13.svg" ContentType="image/svg+xml"/>
  <Override PartName="/ppt/slides/media/image14.svg" ContentType="image/svg+xml"/>
  <Override PartName="/ppt/slides/media/image15.svg" ContentType="image/svg+xml"/>
  <Override PartName="/ppt/slides/media/image16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tableStyles" Target="tableStyles.xml"/><Relationship Id="rId20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8 · 单元 8 · 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40 节 类、实例与 self</a:t>
            </a:r>
          </a:p>
          <a:p>
            <a:r>
              <a:rPr lang="zh-CN" dirty="0"/>
              <a:t>· 第 41 节 __init__、属性方法与 __str__</a:t>
            </a:r>
          </a:p>
          <a:p>
            <a:r>
              <a:rPr lang="zh-CN" dirty="0"/>
              <a:t>· 第 42 节 继承与方法重写</a:t>
            </a:r>
          </a:p>
          <a:p>
            <a:r>
              <a:rPr lang="zh-CN" dirty="0"/>
              <a:t>· 第 43 节 类的组合与示例串讲</a:t>
            </a:r>
          </a:p>
          <a:p>
            <a:r>
              <a:rPr lang="zh-CN" dirty="0"/>
              <a:t>· 第 44 节 动手实战与答案讲评</a:t>
            </a:r>
          </a:p>
          <a:p>
            <a:r>
              <a:rPr lang="zh-CN" dirty="0"/>
              <a:t>· 第 45 节 ★ 六个常见错误逐条自查</a:t>
            </a:r>
          </a:p>
          <a:p>
            <a:r>
              <a:rPr lang="zh-CN" dirty="0"/>
              <a:t>· 第 46 节 单元 8 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40 节 · 类、实例与 self</a:t>
            </a:r>
          </a:p>
          <a:p>
            <a:r>
              <a:rPr lang="zh-CN" dirty="0"/>
              <a:t>单元 8 · 类 · W9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学习目标：理解类是从「一堆变量」到「一类事物」，说清 self 指向谁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现场判断 self 是什么：实例本身，不是类</a:t>
            </a:r>
          </a:p>
          <a:p>
            <a:r>
              <a:rPr lang="zh-CN" dirty="0"/>
              <a:t>· 故意删掉 self 看报错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8-1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40 节 · 核心知识点：类、实例与 self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本节目标：理解类是从「一堆变量」到「一类事物」，说清 self 指向谁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41 节 · __init__、属性方法与 __str__</a:t>
            </a:r>
          </a:p>
          <a:p>
            <a:r>
              <a:rPr lang="zh-CN" dirty="0"/>
              <a:t>单元 8 · 类 · W9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学习目标：掌握对象的出生证明，能用 __str__ 让对象打印得可读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给类加 __str__ 前后各打印一次比较效果</a:t>
            </a:r>
          </a:p>
          <a:p>
            <a:r>
              <a:rPr lang="zh-CN" dirty="0"/>
              <a:t>· 现场区分属性和方法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8-2 ~ 8-3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41 节 · 核心知识点：__init__、属性方法与 __str__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本节目标：掌握对象的出生证明，能用 __str__ 让对象打印得可读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42 节 · 继承与方法重写</a:t>
            </a:r>
          </a:p>
          <a:p>
            <a:r>
              <a:rPr lang="zh-CN" dirty="0"/>
              <a:t>单元 8 · 类 · W10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super().__init__()，理解重写与多态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现场演示子类忘记 super() 会怎样</a:t>
            </a:r>
          </a:p>
          <a:p>
            <a:r>
              <a:rPr lang="zh-CN" dirty="0"/>
              <a:t>· 把 Dog 和 Car 改成继承关系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8-4 ~ 8-6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42 节 · 核心知识点：继承与方法重写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super().__init__()，理解重写与多态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43 节 · 类的组合与示例串讲</a:t>
            </a:r>
          </a:p>
          <a:p>
            <a:r>
              <a:rPr lang="zh-CN" dirty="0"/>
              <a:t>单元 8 · 类 · W10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学习目标：能用组合代替继承，理解何时该用组合、何时该用继承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把三个类改成组合结构</a:t>
            </a:r>
          </a:p>
          <a:p>
            <a:r>
              <a:rPr lang="zh-CN" dirty="0"/>
              <a:t>· 对照示例讲清类设计的取舍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完成动手练习进阶档 8-7 ~ 8-8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43 节 · 核心知识点：类的组合与示例串讲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本节目标：能用组合代替继承，理解何时该用组合、何时该用继承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44 节 · 动手实战与答案讲评</a:t>
            </a:r>
          </a:p>
          <a:p>
            <a:r>
              <a:rPr lang="zh-CN" dirty="0"/>
              <a:t>单元 8 · 类 · W10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8 练习，能自己设计一个类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★ 现场自建 3 个类：学生记录 / 购物车 / 银行账户</a:t>
            </a:r>
          </a:p>
          <a:p>
            <a:r>
              <a:rPr lang="zh-CN" dirty="0"/>
              <a:t>· 限时 30 分钟独立完成基础档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完成题库 L4 全部 + 单元 8 进阶档</a:t>
            </a:r>
          </a:p>
          <a:p>
            <a:r>
              <a:rPr lang="zh-CN" dirty="0"/>
              <a:t>· 产出：3 个自建类（含继承）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44 节 · 核心知识点：动手实战与答案讲评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8 练习，能自己设计一个类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45 节 · ★ 六个常见错误逐条自查</a:t>
            </a:r>
          </a:p>
          <a:p>
            <a:r>
              <a:rPr lang="zh-CN" dirty="0"/>
              <a:t>单元 8 · 类 · W10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学习目标：能对照错误清单逐条自查，把类相关的坑全部避开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逐条现场制造并修复 6 个错误</a:t>
            </a:r>
          </a:p>
          <a:p>
            <a:r>
              <a:rPr lang="zh-CN" dirty="0"/>
              <a:t>· 重点讲透「方法忘记写 self」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把 6 个错误各写一个最小复现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45 节 · 核心知识点：★ 六个常见错误逐条自查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本节目标：能对照错误清单逐条自查，把类相关的坑全部避开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46 节 · 单元 8 验收复盘</a:t>
            </a:r>
          </a:p>
          <a:p>
            <a:r>
              <a:rPr lang="zh-CN" dirty="0"/>
              <a:t>单元 8 · 类 · W10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学习目标：确认类、实例、继承、重写、组合都过关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逐条打勾验收自测</a:t>
            </a:r>
          </a:p>
          <a:p>
            <a:r>
              <a:rPr lang="zh-CN" dirty="0"/>
              <a:t>· 现场手写一个含继承的类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完成本单元小结与产出检查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46 节 · 核心知识点：单元 8 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本节目标：确认类、实例、继承、重写、组合都过关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8 小结 · 单元 8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3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4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5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6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16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8&lt;/Text&gt;&#13;&#10;        &lt;Text style={{ fontSize: 38, fontWeight: 'bold', color: '#FFFFFF', marginTop: 6 }}&gt;类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7 节课&lt;/text&gt;&#13;&#10;            &lt;rect x='0' y='56.0' width='1152' height='46.6' rx='7' fill='#FFFFFF' /&gt;&lt;text x='16' y='84.3' fontSize='15' fontWeight='bold' fill='#1F5FA8' fontFamily='Microsoft YaHei'&gt;第 40 节&lt;/text&gt;&lt;text x='96' y='84.3' fontSize='15' fill='#16232E' fontFamily='Microsoft YaHei'&gt;类、实例与 self&lt;/text&gt;&lt;text x='1080' y='84.3' fontSize='13' fill='#5A6B7A' textAnchor='end' fontFamily='Microsoft YaHei'&gt;W9&lt;/text&gt;&lt;rect x='0' y='112.6' width='1152' height='46.6' rx='7' fill='#F2F7FD' /&gt;&lt;text x='16' y='140.9' fontSize='15' fontWeight='bold' fill='#1F5FA8' fontFamily='Microsoft YaHei'&gt;第 41 节&lt;/text&gt;&lt;text x='96' y='140.9' fontSize='15' fill='#16232E' fontFamily='Microsoft YaHei'&gt;__init__、属性方法与 __str__&lt;/text&gt;&lt;text x='1080' y='140.9' fontSize='13' fill='#5A6B7A' textAnchor='end' fontFamily='Microsoft YaHei'&gt;W9&lt;/text&gt;&lt;rect x='0' y='169.1' width='1152' height='46.6' rx='7' fill='#FFFFFF' /&gt;&lt;text x='16' y='197.4' fontSize='15' fontWeight='bold' fill='#1F5FA8' fontFamily='Microsoft YaHei'&gt;第 42 节&lt;/text&gt;&lt;text x='96' y='197.4' fontSize='15' fill='#16232E' fontFamily='Microsoft YaHei'&gt;继承与方法重写&lt;/text&gt;&lt;text x='1080' y='197.4' fontSize='13' fill='#5A6B7A' textAnchor='end' fontFamily='Microsoft YaHei'&gt;W9&lt;/text&gt;&lt;rect x='0' y='225.7' width='1152' height='46.6' rx='7' fill='#F2F7FD' /&gt;&lt;text x='16' y='254.0' fontSize='15' fontWeight='bold' fill='#1F5FA8' fontFamily='Microsoft YaHei'&gt;第 43 节&lt;/text&gt;&lt;text x='96' y='254.0' fontSize='15' fill='#16232E' fontFamily='Microsoft YaHei'&gt;类的组合与示例串讲&lt;/text&gt;&lt;text x='1080' y='254.0' fontSize='13' fill='#5A6B7A' textAnchor='end' fontFamily='Microsoft YaHei'&gt;W9&lt;/text&gt;&lt;rect x='0' y='282.3' width='1152' height='46.6' rx='7' fill='#FFFFFF' /&gt;&lt;text x='16' y='310.6' fontSize='15' fontWeight='bold' fill='#1F5FA8' fontFamily='Microsoft YaHei'&gt;第 44 节&lt;/text&gt;&lt;text x='96' y='310.6' fontSize='15' fill='#16232E' fontFamily='Microsoft YaHei'&gt;动手实战与答案讲评&lt;/text&gt;&lt;text x='1080' y='310.6' fontSize='13' fill='#5A6B7A' textAnchor='end' fontFamily='Microsoft YaHei'&gt;W9&lt;/text&gt;&lt;rect x='0' y='338.9' width='1152' height='46.6' rx='7' fill='#F2F7FD' /&gt;&lt;text x='16' y='367.1' fontSize='15' fontWeight='bold' fill='#1F5FA8' fontFamily='Microsoft YaHei'&gt;第 45 节&lt;/text&gt;&lt;text x='96' y='367.1' fontSize='15' fill='#16232E' fontFamily='Microsoft YaHei'&gt;★ 六个常见错误逐条自查&lt;/text&gt;&lt;text x='1080' y='367.1' fontSize='13' fill='#5A6B7A' textAnchor='end' fontFamily='Microsoft YaHei'&gt;W9&lt;/text&gt;&lt;rect x='0' y='395.4' width='1152' height='46.6' rx='7' fill='#FFFFFF' /&gt;&lt;text x='16' y='423.7' fontSize='15' fontWeight='bold' fill='#1F5FA8' fontFamily='Microsoft YaHei'&gt;第 46 节&lt;/text&gt;&lt;text x='96' y='423.7' fontSize='15' fill='#16232E' fontFamily='Microsoft YaHei'&gt;单元 8 验收复盘&lt;/text&gt;&lt;text x='1080' y='423.7' fontSize='13' fill='#5A6B7A' textAnchor='end' fontFamily='Microsoft YaHei'&gt;W9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8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8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8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40 / 111 节&lt;/Text&gt;&#13;&#10;        &lt;/Box&gt;&#13;&#10;        &lt;Text style={{ fontSize: 30, fontWeight: 'bold', color: '#16232E' }}&gt;类、实例与 self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类是从「一堆变量」到「一类事物」，说清 self 指向谁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判断 self 是什么：实例本身，不是类&lt;/text&gt;&lt;text x='84' y='338.75' fontSize='14.5' fill='#3A4A58' textAnchor='start' fontFamily='Microsoft YaHei'&gt;· 故意删掉 self 看报错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8-1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40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028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类、实例与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self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40 节&lt;/Text&gt;&#13;&#10;        &lt;/Box&gt;&#13;&#10;        &lt;Text style={{ fontSize: 30, fontWeight: 'bold', color: '#16232E' }}&gt;核心知识点&lt;/Text&gt;&#13;&#10;        &lt;Text style={{ fontSize: 15, color: '#5A6B7A', marginTop: 10 }}&gt;· 类、实例与 self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类：从&quot;一堆变量&quot;到&quot;一类事物&quot;&lt;/text&gt;&lt;text x='82' y='169.0' fontSize='13' fill='#3A4A58' textAnchor='start' fontFamily='Microsoft YaHei'&gt;· 类 = 建筑图纸（规定了所有房子有什么：几室几厅、什么材料）&lt;/text&gt;&lt;text x='82' y='197.5' fontSize='13' fill='#3A4A58' textAnchor='start' fontFamily='Microsoft YaHei'&gt;· 对象 = 按图纸盖出来的具体房子（小明家的房子、小红家的房子）&lt;/text&gt;&lt;text x='82' y='226.0' fontSize='13' fill='#3A4A58' textAnchor='start' fontFamily='Microsoft YaHei'&gt;· 属性 = 房子的固有特征（面积、楼层、朝向）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self：整个 Python 面向对象的核心&lt;/text&gt;&lt;text x='686' y='169.0' fontSize='13' fill='#3A4A58' textAnchor='start' fontFamily='Microsoft YaHei'&gt;· self 到底是什么？&lt;/text&gt;&lt;text x='686' y='197.5' fontSize='13' fill='#3A4A58' textAnchor='start' fontFamily='Microsoft YaHei'&gt;· self = 说话的那个人（&quot;我&quot;）&lt;/text&gt;&lt;text x='686' y='226.0' fontSize='13' fill='#3A4A58' textAnchor='start' fontFamily='Microsoft YaHei'&gt;· self.age = &quot;我的年龄&quot;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40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类、实例与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self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41 / 111 节&lt;/Text&gt;&#13;&#10;        &lt;/Box&gt;&#13;&#10;        &lt;Text style={{ fontSize: 30, fontWeight: 'bold', color: '#16232E' }}&gt;__init__、属性方法与 __str__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对象的出生证明，能用 __str__ 让对象打印得可读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给类加 __str__ 前后各打印一次比较效果&lt;/text&gt;&lt;text x='84' y='338.75' fontSize='14.5' fill='#3A4A58' textAnchor='start' fontFamily='Microsoft YaHei'&gt;· 现场区分属性和方法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8-2 ~ 8-3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6861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>__init__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、属性方法与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__str__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41 节&lt;/Text&gt;&#13;&#10;        &lt;/Box&gt;&#13;&#10;        &lt;Text style={{ fontSize: 30, fontWeight: 'bold', color: '#16232E' }}&gt;核心知识点&lt;/Text&gt;&#13;&#10;        &lt;Text style={{ fontSize: 15, color: '#5A6B7A', marginTop: 10 }}&gt;· __init__、属性方法与 __str__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__init__：对象的出生证明&lt;/text&gt;&lt;text x='82' y='169.0' fontSize='13' fill='#3A4A58' textAnchor='start' fontFamily='Microsoft YaHei'&gt;· 实例属性 vs 类属性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5 __str__：让对象能被读懂地打印&lt;/text&gt;&lt;text x='686' y='169.0' fontSize='13' fill='#3A4A58' textAnchor='start' fontFamily='Microsoft YaHei'&gt;· __str__ 就是给这个类准备一份&quot;自我介绍模板&quot;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· __init__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、属性方法与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__str__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42 / 111 节&lt;/Text&gt;&#13;&#10;        &lt;/Box&gt;&#13;&#10;        &lt;Text style={{ fontSize: 30, fontWeight: 'bold', color: '#16232E' }}&gt;继承与方法重写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super().__init__()，理解重写与多态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演示子类忘记 super() 会怎样&lt;/text&gt;&lt;text x='84' y='338.75' fontSize='14.5' fill='#3A4A58' textAnchor='start' fontFamily='Microsoft YaHei'&gt;· 把 Dog 和 Car 改成继承关系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8-4 ~ 8-6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42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000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继承与方法重写</a:t>
            </a:r>
            <a:endParaRPr/>
          </a:p>
        </p:txBody>
      </p:sp>
      <p:pic>
        <p:nvPicPr>
          <p:cNvPr id="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4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42 节&lt;/Text&gt;&#13;&#10;        &lt;/Box&gt;&#13;&#10;        &lt;Text style={{ fontSize: 30, fontWeight: 'bold', color: '#16232E' }}&gt;核心知识点&lt;/Text&gt;&#13;&#10;        &lt;Text style={{ fontSize: 15, color: '#5A6B7A', marginTop: 10 }}&gt;· 继承与方法重写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6 继承：不重复造轮子&lt;/text&gt;&lt;text x='82' y='169.0' fontSize='13' fill='#3A4A58' textAnchor='start' fontFamily='Microsoft YaHei'&gt;· 继承解决的是这个问题&lt;/text&gt;&lt;text x='82' y='197.5' fontSize='13' fill='#3A4A58' textAnchor='start' fontFamily='Microsoft YaHei'&gt;· 三个要点&lt;/text&gt;&lt;text x='82' y='226.0' fontSize='13' fill='#3A4A58' textAnchor='start' fontFamily='Microsoft YaHei'&gt;· 关于 super() 的一个实用提醒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7 方法重写与多态&lt;/text&gt;&lt;text x='486' y='169.0' fontSize='13' fill='#3A4A58' textAnchor='start' fontFamily='Microsoft YaHei'&gt;· 多态（polymorphism）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8 导入类与 Python 标准库（教材 9.4 /…&lt;/text&gt;&lt;text x='890' y='169.0' fontSize='13' fill='#3A4A58' textAnchor='start' fontFamily='Microsoft YaHei'&gt;· 一、类也可以拆到文件里。&lt;/text&gt;&lt;text x='890' y='197.5' fontSize='13' fill='#3A4A58' textAnchor='start' fontFamily='Microsoft YaHei'&gt;· 二、标准库：不用装，import 就能用。&lt;/text&gt;&lt;text x='890' y='226.0' fontSize='13' fill='#3A4A58' textAnchor='start' fontFamily='Microsoft YaHei'&gt;· 三、随机要能复现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继承与方法重写</a:t>
            </a:r>
            <a:endParaRPr/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43 / 111 节&lt;/Text&gt;&#13;&#10;        &lt;/Box&gt;&#13;&#10;        &lt;Text style={{ fontSize: 30, fontWeight: 'bold', color: '#16232E' }}&gt;类的组合与示例串讲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用组合代替继承，理解何时该用组合、何时该用继承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把三个类改成组合结构&lt;/text&gt;&lt;text x='84' y='338.75' fontSize='14.5' fill='#3A4A58' textAnchor='start' fontFamily='Microsoft YaHei'&gt;· 对照示例讲清类设计的取舍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进阶档 8-7 ~ 8-8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43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类的组合与示例串讲</a:t>
            </a:r>
            <a:endParaRPr/>
          </a:p>
        </p:txBody>
      </p:sp>
      <p:pic>
        <p:nvPicPr>
          <p:cNvPr id="1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7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43 节&lt;/Text&gt;&#13;&#10;        &lt;/Box&gt;&#13;&#10;        &lt;Text style={{ fontSize: 30, fontWeight: 'bold', color: '#16232E' }}&gt;核心知识点&lt;/Text&gt;&#13;&#10;        &lt;Text style={{ fontSize: 15, color: '#5A6B7A', marginTop: 10 }}&gt;· 类的组合与示例串讲&lt;/Text&gt;&#13;&#10;    &lt;/Box&gt;&#13;&#10;    &lt;Box style={{ position: 'absolute', left: 0, top: 0, width: '1280px', height: '720px' }}&gt;&#13;&#10;        &lt;svg width='1280' height='720' viewBox='0 0 1280 720'&gt;&#13;&#10;            &lt;text x='64' y='470' fontSize='14.5' fontWeight='bold' fill='#0E9B78' textAnchor='start' fontFamily='Microsoft YaHei'&gt;本节的代码示例&lt;/text&gt;&lt;text x='64' y='500' fontSize='13' fill='#3A4A58' textAnchor='start' fontFamily='Microsoft YaHei'&gt;· 定义类与 __init__&lt;/text&gt;&lt;text x='468' y='500' fontSize='13' fill='#3A4A58' textAnchor='start' fontFamily='Microsoft YaHei'&gt;· self 到底是什么&lt;/text&gt;&lt;text x='872' y='500' fontSize='13' fill='#3A4A58' textAnchor='start' fontFamily='Microsoft YaHei'&gt;· __str__ 与属性方法对比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类的组合与示例串讲</a:t>
            </a:r>
            <a:endParaRPr/>
          </a:p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44 / 111 节&lt;/Text&gt;&#13;&#10;        &lt;/Box&gt;&#13;&#10;        &lt;Text style={{ fontSize: 30, fontWeight: 'bold', color: '#16232E' }}&gt;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8 练习，能自己设计一个类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★ 现场自建 3 个类：学生记录 / 购物车 / 银行账户&lt;/text&gt;&lt;text x='84' y='338.75' fontSize='14.5' fill='#3A4A58' textAnchor='start' fontFamily='Microsoft YaHei'&gt;· 限时 30 分钟独立完成基础档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题库 L4 全部 + 单元 8 进阶档&lt;/text&gt;&lt;text x='674' y='338.75' fontSize='14.5' fill='#3A4A58' textAnchor='start' fontFamily='Microsoft YaHei'&gt;· 产出：3 个自建类（含继承）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44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44 节&lt;/Text&gt;&#13;&#10;        &lt;/Box&gt;&#13;&#10;        &lt;Text style={{ fontSize: 30, fontWeight: 'bold', color: '#16232E' }}&gt;核心知识点&lt;/Text&gt;&#13;&#10;        &lt;Text style={{ fontSize: 15, color: '#5A6B7A', marginTop: 10 }}&gt;· 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8-1【Dog 类】&lt;/text&gt;&lt;text x='82' y='197.5' fontSize='13' fill='#3A4A58' textAnchor='start' fontFamily='Microsoft YaHei'&gt;· 属性：name（名字）、age（年龄，默认 1）&lt;/text&gt;&lt;text x='82' y='226.0' fontSize='13' fill='#3A4A58' textAnchor='start' fontFamily='Microsoft YaHei'&gt;· __init__：设置初始属性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8-5【★ 继承与重写】&lt;/text&gt;&lt;text x='486' y='197.5' fontSize='13' fill='#3A4A58' textAnchor='start' fontFamily='Microsoft YaHei'&gt;· 属性：name&lt;/text&gt;&lt;text x='486' y='226.0' fontSize='13' fill='#3A4A58' textAnchor='start' fontFamily='Microsoft YaHei'&gt;· area()：输出&quot;需要子类重写这个方法&quot;，返回 None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8-9&lt;/text&gt;&lt;text x='890' y='169.0' fontSize='13' fill='#3A4A58' textAnchor='start' fontFamily='Microsoft YaHei'&gt;· 为什么不用 random.choices：choices&lt;/text&gt;&lt;text x='890' y='188.5' fontSize='13' fill='#3A4A58' textAnchor='start' fontFamily='Microsoft YaHei'&gt;是有放回抽样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45 / 111 节&lt;/Text&gt;&#13;&#10;        &lt;/Box&gt;&#13;&#10;        &lt;Text style={{ fontSize: 30, fontWeight: 'bold', color: '#16232E' }}&gt;★ 六个常见错误逐条自查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对照错误清单逐条自查，把类相关的坑全部避开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逐条现场制造并修复 6 个错误&lt;/text&gt;&lt;text x='84' y='338.75' fontSize='14.5' fill='#3A4A58' textAnchor='start' fontFamily='Microsoft YaHei'&gt;· 重点讲透「方法忘记写 self」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把 6 个错误各写一个最小复现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45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181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六个常见错误逐条自查</a:t>
            </a:r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45 节&lt;/Text&gt;&#13;&#10;        &lt;/Box&gt;&#13;&#10;        &lt;Text style={{ fontSize: 30, fontWeight: 'bold', color: '#16232E' }}&gt;核心知识点&lt;/Text&gt;&#13;&#10;        &lt;Text style={{ fontSize: 15, color: '#5A6B7A', marginTop: 10 }}&gt;· ★ 六个常见错误逐条自查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错误 1：★ 方法忘记写 self&lt;/text&gt;&lt;text x='82' y='169.0' fontSize='13' fill='#3A4A58' textAnchor='start' fontFamily='Microsoft YaHei'&gt;· NameError: name 'count' is not&lt;/text&gt;&lt;text x='82' y='188.5' fontSize='13' fill='#3A4A58' textAnchor='start' fontFamily='Microsoft YaHei'&gt;defined（左边忘了写）&lt;/text&gt;&lt;text x='82' y='217.0' fontSize='13' fill='#3A4A58' textAnchor='start' fontFamily='Microsoft YaHei'&gt;· 属性值永远不变 / 方法结束后&quot;数据丢了&quot;&lt;/text&gt;&lt;text x='82' y='245.5' fontSize='13' fill='#3A4A58' textAnchor='start' fontFamily='Microsoft YaHei'&gt;· 属性变成 None 或 0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错误 2：方法定义时忘了第一个参数 self&lt;/text&gt;&lt;text x='486' y='169.0' fontSize='13' fill='#3A4A58' textAnchor='start' fontFamily='Microsoft YaHei'&gt;· TypeError: area() takes 0 positional&lt;/text&gt;&lt;text x='486' y='188.5' fontSize='13' fill='#3A4A58' textAnchor='start' fontFamily='Microsoft YaHei'&gt;arguments but…&lt;/text&gt;&lt;text x='486' y='217.0' fontSize='13' fill='#3A4A58' textAnchor='start' fontFamily='Microsoft YaHei'&gt;· 定义时少写了 self，但调用时 Python&lt;/text&gt;&lt;text x='486' y='236.5' fontSize='13' fill='#3A4A58' textAnchor='start' fontFamily='Microsoft YaHei'&gt;会自动传入对象，结果参数数量对不上。&lt;/text&gt;&lt;text x='486' y='265.0' fontSize='13' fill='#3A4A58' textAnchor='start' fontFamily='Microsoft YaHei'&gt;· 每个方法（除了 __init__、__str__&lt;/text&gt;&lt;text x='486' y='284.5' fontSize='13' fill='#3A4A58' textAnchor='start' fontFamily='Microsoft YaHei'&gt;等双下划线方法）定义时，第一个参数必须是 self。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错误 3：忘记冒号或缩进（和函数一样，&lt;/text&gt;&lt;text x='890' y='153' fontSize='15.5' fontWeight='bold' fill='#1F5FA8' textAnchor='start' fontFamily='Microsoft YaHei'&gt;但更隐蔽）&lt;/text&gt;&lt;text x='890' y='192.0' fontSize='13' fill='#3A4A58' textAnchor='start' fontFamily='Microsoft YaHei'&gt;· SyntaxError: expected ':' /&lt;/text&gt;&lt;text x='890' y='211.5' fontSize='13' fill='#3A4A58' textAnchor='start' fontFamily='Microsoft YaHei'&gt;IndentationError…&lt;/text&gt;&lt;text x='890' y='240.0' fontSize='13' fill='#3A4A58' textAnchor='start' fontFamily='Microsoft YaHei'&gt;· def 行末必须有 :；class&lt;/text&gt;&lt;text x='890' y='259.5' fontSize='13' fill='#3A4A58' textAnchor='start' fontFamily='Microsoft YaHei'&gt;体内所有代码（包括方法）必须有缩进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45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六个常见错误逐条自查</a:t>
            </a:r>
            <a:endParaRPr/>
          </a:p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46 / 111 节&lt;/Text&gt;&#13;&#10;        &lt;/Box&gt;&#13;&#10;        &lt;Text style={{ fontSize: 30, fontWeight: 'bold', color: '#16232E' }}&gt;单元 8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确认类、实例、继承、重写、组合都过关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逐条打勾验收自测&lt;/text&gt;&lt;text x='84' y='338.75' fontSize='14.5' fill='#3A4A58' textAnchor='start' fontFamily='Microsoft YaHei'&gt;· 现场手写一个含继承的类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本单元小结与产出检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46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066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46 节&lt;/Text&gt;&#13;&#10;        &lt;/Box&gt;&#13;&#10;        &lt;Text style={{ fontSize: 30, fontWeight: 'bold', color: '#16232E' }}&gt;核心知识点&lt;/Text&gt;&#13;&#10;        &lt;Text style={{ fontSize: 15, color: '#5A6B7A', marginTop: 10 }}&gt;· 单元 8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8 · 第 4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46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8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8 · 小结与验收&lt;/Text&gt;&#13;&#10;        &lt;Text style={{ fontSize: 16, color: '#5A6B7A', marginTop: 6 }}&gt;类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40 节 · 类、实例与 self&lt;/text&gt;&lt;text x='0' y='64' fontSize='14.5' fill='#3A4A58' fontFamily='Microsoft YaHei'&gt;· 第 41 节 · __init__、属性方法与 __str__&lt;/text&gt;&lt;text x='0' y='94' fontSize='14.5' fill='#3A4A58' fontFamily='Microsoft YaHei'&gt;· 第 42 节 · 继承与方法重写&lt;/text&gt;&lt;text x='0' y='124' fontSize='14.5' fill='#3A4A58' fontFamily='Microsoft YaHei'&gt;· 第 43 节 · 类的组合与示例串讲&lt;/text&gt;&lt;text x='0' y='154' fontSize='14.5' fill='#3A4A58' fontFamily='Microsoft YaHei'&gt;· 第 44 节 · 动手实战与答案讲评&lt;/text&gt;&lt;text x='0' y='184' fontSize='14.5' fill='#3A4A58' fontFamily='Microsoft YaHei'&gt;· 第 45 节 · ★ 六个常见错误逐条自查&lt;/text&gt;&lt;text x='0' y='214' fontSize='14.5' fill='#3A4A58' fontFamily='Microsoft YaHei'&gt;· 第 46 节 · 单元 8 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8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8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56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868025" y="64579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8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2026-10-29T00:34:37Z</dcterms:created>
  <dcterms:modified xsi:type="dcterms:W3CDTF">2026-10-29T00:34:37Z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{"AIGC":{"Label":"1","ContentProducer":"00119111010856365494821B355","ProduceID":"01a183579b68743e9c290638234d6294","ReservedCode1":"","ContentPropagator":"00119111010856365494821B355","PropagateID":"01a183579b68743e9c290638234d6294","ReservedCode2":""}}</vt:lpwstr>
  </property>
</Properties>
</file>