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8" Type="http://schemas.openxmlformats.org/officeDocument/2006/relationships/presProps" Target="presProps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8&lt;/Text&gt;&#13;&#10;        &lt;Text style={{ fontSize: 38, fontWeight: 'bold', color: '#FFFFFF', marginTop: 6 }}&gt;类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196' width='1152' height='38' rx='7' fill='#FFFFFF' /&gt;&lt;text x='16' y='221' fontSize='15' fontWeight='bold' fill='#1F5FA8' fontFamily='Microsoft YaHei'&gt;第 40 节&lt;/text&gt;&lt;text x='96' y='221' fontSize='15' fill='#16232E' fontFamily='Microsoft YaHei'&gt;类、实例与 self&lt;/text&gt;&lt;text x='1080' y='221' fontSize='13' fill='#5A6B7A' textAnchor='end' fontFamily='Microsoft YaHei'&gt;W9&lt;/text&gt;&lt;rect x='0' y='238' width='1152' height='38' rx='7' fill='#F2F7FD' /&gt;&lt;text x='16' y='263' fontSize='15' fontWeight='bold' fill='#1F5FA8' fontFamily='Microsoft YaHei'&gt;第 41 节&lt;/text&gt;&lt;text x='96' y='263' fontSize='15' fill='#16232E' fontFamily='Microsoft YaHei'&gt;__init__、属性方法与 __str__&lt;/text&gt;&lt;text x='1080' y='263' fontSize='13' fill='#5A6B7A' textAnchor='end' fontFamily='Microsoft YaHei'&gt;W9&lt;/text&gt;&lt;rect x='0' y='280' width='1152' height='38' rx='7' fill='#FFFFFF' /&gt;&lt;text x='16' y='305' fontSize='15' fontWeight='bold' fill='#1F5FA8' fontFamily='Microsoft YaHei'&gt;第 42 节&lt;/text&gt;&lt;text x='96' y='305' fontSize='15' fill='#16232E' fontFamily='Microsoft YaHei'&gt;继承与方法重写&lt;/text&gt;&lt;text x='1080' y='305' fontSize='13' fill='#5A6B7A' textAnchor='end' fontFamily='Microsoft YaHei'&gt;W9&lt;/text&gt;&lt;rect x='0' y='322' width='1152' height='38' rx='7' fill='#F2F7FD' /&gt;&lt;text x='16' y='347' fontSize='15' fontWeight='bold' fill='#1F5FA8' fontFamily='Microsoft YaHei'&gt;第 43 节&lt;/text&gt;&lt;text x='96' y='347' fontSize='15' fill='#16232E' fontFamily='Microsoft YaHei'&gt;类的组合与示例串讲&lt;/text&gt;&lt;text x='1080' y='347' fontSize='13' fill='#5A6B7A' textAnchor='end' fontFamily='Microsoft YaHei'&gt;W9&lt;/text&gt;&lt;rect x='0' y='364' width='1152' height='38' rx='7' fill='#FFFFFF' /&gt;&lt;text x='16' y='389' fontSize='15' fontWeight='bold' fill='#1F5FA8' fontFamily='Microsoft YaHei'&gt;第 44 节&lt;/text&gt;&lt;text x='96' y='389' fontSize='15' fill='#16232E' fontFamily='Microsoft YaHei'&gt;动手实战与答案讲评&lt;/text&gt;&lt;text x='1080' y='389' fontSize='13' fill='#5A6B7A' textAnchor='end' fontFamily='Microsoft YaHei'&gt;W9&lt;/text&gt;&lt;rect x='0' y='406' width='1152' height='38' rx='7' fill='#F2F7FD' /&gt;&lt;text x='16' y='431' fontSize='15' fontWeight='bold' fill='#1F5FA8' fontFamily='Microsoft YaHei'&gt;第 45 节&lt;/text&gt;&lt;text x='96' y='431' fontSize='15' fill='#16232E' fontFamily='Microsoft YaHei'&gt;★ 六个常见错误逐条自查&lt;/text&gt;&lt;text x='1080' y='431' fontSize='13' fill='#5A6B7A' textAnchor='end' fontFamily='Microsoft YaHei'&gt;W9&lt;/text&gt;&lt;rect x='0' y='448' width='1152' height='38' rx='7' fill='#FFFFFF' /&gt;&lt;text x='16' y='473' fontSize='15' fontWeight='bold' fill='#1F5FA8' fontFamily='Microsoft YaHei'&gt;第 46 节&lt;/text&gt;&lt;text x='96' y='473' fontSize='15' fill='#16232E' fontFamily='Microsoft YaHei'&gt;单元 8 验收复盘&lt;/text&gt;&lt;text x='1080' y='473' fontSize='13' fill='#5A6B7A' textAnchor='end' fontFamily='Microsoft YaHei'&gt;W9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8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8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0 / 111 节&lt;/Text&gt;&#13;&#10;        &lt;/Box&gt;&#13;&#10;        &lt;Text style={{ fontSize: 30, fontWeight: 'bold', color: '#16232E' }}&gt;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类是从「一堆变量」到「一类事物」，说清 self 指向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self 是什么：实例本身，不是类&lt;/text&gt;&lt;text x='84' y='338.75' fontSize='14.5' fill='#3A4A58' textAnchor='start' fontFamily='Microsoft YaHei'&gt;· 故意删掉 self 看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1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28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类、实例与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0 节&lt;/Text&gt;&#13;&#10;        &lt;/Box&gt;&#13;&#10;        &lt;Text style={{ fontSize: 30, fontWeight: 'bold', color: '#16232E' }}&gt;核心知识点&lt;/Text&gt;&#13;&#10;        &lt;Text style={{ fontSize: 15, color: '#5A6B7A', marginTop: 10 }}&gt;· 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类：从&quot;一堆变量&quot;到&quot;一类事物&quot;&lt;/text&gt;&lt;text x='82' y='169.0' fontSize='13' fill='#3A4A58' textAnchor='start' fontFamily='Microsoft YaHei'&gt;· 类 = 建筑图纸（规定了所有房子有什么：几室几厅、什么材料）&lt;/text&gt;&lt;text x='82' y='197.5' fontSize='13' fill='#3A4A58' textAnchor='start' fontFamily='Microsoft YaHei'&gt;· 对象 = 按图纸盖出来的具体房子（小明家的房子、小红家的房子）&lt;/text&gt;&lt;text x='82' y='226.0' fontSize='13' fill='#3A4A58' textAnchor='start' fontFamily='Microsoft YaHei'&gt;· 属性 = 房子的固有特征（面积、楼层、朝向）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self：整个 Python 面向对象的核心&lt;/text&gt;&lt;text x='686' y='169.0' fontSize='13' fill='#3A4A58' textAnchor='start' fontFamily='Microsoft YaHei'&gt;· self 到底是什么？&lt;/text&gt;&lt;text x='686' y='197.5' fontSize='13' fill='#3A4A58' textAnchor='start' fontFamily='Microsoft YaHei'&gt;· self = 说话的那个人（&quot;我&quot;）&lt;/text&gt;&lt;text x='686' y='226.0' fontSize='13' fill='#3A4A58' textAnchor='start' fontFamily='Microsoft YaHei'&gt;· self.age = &quot;我的年龄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76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类、实例与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1 / 111 节&lt;/Text&gt;&#13;&#10;        &lt;/Box&gt;&#13;&#10;        &lt;Text style={{ fontSize: 30, fontWeight: 'bold', color: '#16232E' }}&gt;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对象的出生证明，能用 __str__ 让对象打印得可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类加 __str__ 前后各打印一次比较效果&lt;/text&gt;&lt;text x='84' y='338.75' fontSize='14.5' fill='#3A4A58' textAnchor='start' fontFamily='Microsoft YaHei'&gt;· 现场区分属性和方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2 ~ 8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686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__init__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1 节&lt;/Text&gt;&#13;&#10;        &lt;/Box&gt;&#13;&#10;        &lt;Text style={{ fontSize: 30, fontWeight: 'bold', color: '#16232E' }}&gt;核心知识点&lt;/Text&gt;&#13;&#10;        &lt;Text style={{ fontSize: 15, color: '#5A6B7A', marginTop: 10 }}&gt;· 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__init__：对象的出生证明&lt;/text&gt;&lt;text x='82' y='169.0' fontSize='13' fill='#3A4A58' textAnchor='start' fontFamily='Microsoft YaHei'&gt;· 实例属性 vs 类属性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属性 vs 方法&lt;/text&gt;&lt;text x='486' y='169.0' fontSize='13' fill='#3A4A58' textAnchor='start' fontFamily='Microsoft YaHei'&gt;· class Car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__str__：让对象能被读懂地打印&lt;/text&gt;&lt;text x='890' y='169.0' fontSize='13' fill='#3A4A58' textAnchor='start' fontFamily='Microsoft YaHei'&gt;· 默认情况下打印对象会得到一段谁也看不懂的东西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85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2 / 111 节&lt;/Text&gt;&#13;&#10;        &lt;/Box&gt;&#13;&#10;        &lt;Text style={{ fontSize: 30, fontWeight: 'bold', color: '#16232E' }}&gt;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super().__init__()，理解重写与多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演示子类忘记 super() 会怎样&lt;/text&gt;&lt;text x='84' y='338.75' fontSize='14.5' fill='#3A4A58' textAnchor='start' fontFamily='Microsoft YaHei'&gt;· 把 Dog 和 Car 改成继承关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4 ~ 8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2 节&lt;/Text&gt;&#13;&#10;        &lt;/Box&gt;&#13;&#10;        &lt;Text style={{ fontSize: 30, fontWeight: 'bold', color: '#16232E' }}&gt;核心知识点&lt;/Text&gt;&#13;&#10;        &lt;Text style={{ fontSize: 15, color: '#5A6B7A', marginTop: 10 }}&gt;· 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6 继承：不重复造轮子&lt;/text&gt;&lt;text x='82' y='169.0' fontSize='13' fill='#3A4A58' textAnchor='start' fontFamily='Microsoft YaHei'&gt;· 继承解决的是这个问题&lt;/text&gt;&lt;text x='82' y='197.5' fontSize='13' fill='#3A4A58' textAnchor='start' fontFamily='Microsoft YaHei'&gt;· 三个要点&lt;/text&gt;&lt;text x='82' y='226.0' fontSize='13' fill='#3A4A58' textAnchor='start' fontFamily='Microsoft YaHei'&gt;· 关于 super() 的一个实用提醒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7 方法重写与多态&lt;/text&gt;&lt;text x='486' y='169.0' fontSize='13' fill='#3A4A58' textAnchor='start' fontFamily='Microsoft YaHei'&gt;· 多态（polymorphism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8 导入类与 Python 标准库（教材 9.4 /…&lt;/text&gt;&lt;text x='890' y='169.0' fontSize='13' fill='#3A4A58' textAnchor='start' fontFamily='Microsoft YaHei'&gt;· 一、类也可以拆到文件里。&lt;/text&gt;&lt;text x='890' y='197.5' fontSize='13' fill='#3A4A58' textAnchor='start' fontFamily='Microsoft YaHei'&gt;· 二、标准库：不用装，import 就能用。&lt;/text&gt;&lt;text x='890' y='226.0' fontSize='13' fill='#3A4A58' textAnchor='start' fontFamily='Microsoft YaHei'&gt;· 三、随机要能复现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3 / 111 节&lt;/Text&gt;&#13;&#10;        &lt;/Box&gt;&#13;&#10;        &lt;Text style={{ fontSize: 30, fontWeight: 'bold', color: '#16232E' }}&gt;类的组合与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组合代替继承，理解何时该用组合、何时该用继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类改成组合结构&lt;/text&gt;&lt;text x='84' y='338.75' fontSize='14.5' fill='#3A4A58' textAnchor='start' fontFamily='Microsoft YaHei'&gt;· 对照示例讲清类设计的取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8-7 ~ 8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3 节&lt;/Text&gt;&#13;&#10;        &lt;/Box&gt;&#13;&#10;        &lt;Text style={{ fontSize: 30, fontWeight: 'bold', color: '#16232E' }}&gt;核心知识点&lt;/Text&gt;&#13;&#10;        &lt;Text style={{ fontSize: 15, color: '#5A6B7A', marginTop: 10 }}&gt;· 类的组合与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类与 __init__&lt;/text&gt;&lt;text x='468' y='500' fontSize='13' fill='#3A4A58' textAnchor='start' fontFamily='Microsoft YaHei'&gt;· self 到底是什么&lt;/text&gt;&lt;text x='872' y='500' fontSize='13' fill='#3A4A58' textAnchor='start' fontFamily='Microsoft YaHei'&gt;· __str__ 与属性方法对比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8 练习，能自己设计一个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自建 3 个类：学生记录 / 购物车 / 银行账户&lt;/text&gt;&lt;text x='84' y='338.75' fontSize='14.5' fill='#3A4A58' textAnchor='start' fontFamily='Microsoft YaHei'&gt;· 限时 30 分钟独立完成基础档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4 全部 + 单元 8 进阶档&lt;/text&gt;&lt;text x='674' y='338.75' fontSize='14.5' fill='#3A4A58' textAnchor='start' fontFamily='Microsoft YaHei'&gt;· 产出：3 个自建类（含继承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8-1【Dog 类】&lt;/text&gt;&lt;text x='82' y='197.5' fontSize='13' fill='#3A4A58' textAnchor='start' fontFamily='Microsoft YaHei'&gt;· 属性：name（名字）、age（年龄，默认 1）&lt;/text&gt;&lt;text x='82' y='226.0' fontSize='13' fill='#3A4A58' textAnchor='start' fontFamily='Microsoft YaHei'&gt;· __init__：设置初始属性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8-5【★ 继承与重写】&lt;/text&gt;&lt;text x='486' y='197.5' fontSize='13' fill='#3A4A58' textAnchor='start' fontFamily='Microsoft YaHei'&gt;· 属性：name&lt;/text&gt;&lt;text x='486' y='226.0' fontSize='13' fill='#3A4A58' textAnchor='start' fontFamily='Microsoft YaHei'&gt;· area()：输出&quot;需要子类重写这个方法&quot;，返回 None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8-1&lt;/text&gt;&lt;text x='890' y='169.0' fontSize='13' fill='#3A4A58' textAnchor='start' fontFamily='Microsoft YaHei'&gt;· class Dog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5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类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方法忘记写 self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5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★ 方法忘记写 self&lt;/text&gt;&lt;text x='82' y='169.0' fontSize='13' fill='#3A4A58' textAnchor='start' fontFamily='Microsoft YaHei'&gt;· NameError: name 'count' is not&lt;/text&gt;&lt;text x='82' y='188.5' fontSize='13' fill='#3A4A58' textAnchor='start' fontFamily='Microsoft YaHei'&gt;defined（左边忘了写）&lt;/text&gt;&lt;text x='82' y='217.0' fontSize='13' fill='#3A4A58' textAnchor='start' fontFamily='Microsoft YaHei'&gt;· 属性值永远不变 / 方法结束后&quot;数据丢了&quot;&lt;/text&gt;&lt;text x='82' y='245.5' fontSize='13' fill='#3A4A58' textAnchor='start' fontFamily='Microsoft YaHei'&gt;· 属性变成 None 或 0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方法定义时忘了第一个参数 self&lt;/text&gt;&lt;text x='486' y='169.0' fontSize='13' fill='#3A4A58' textAnchor='start' fontFamily='Microsoft YaHei'&gt;· class Rectangle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忘记冒号或缩进（和函数一样，&lt;/text&gt;&lt;text x='890' y='153' fontSize='15.5' fontWeight='bold' fill='#1F5FA8' textAnchor='start' fontFamily='Microsoft YaHei'&gt;但更隐蔽）&lt;/text&gt;&lt;text x='890' y='192.0' fontSize='13' fill='#3A4A58' textAnchor='start' fontFamily='Microsoft YaHei'&gt;· class Dog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6 / 111 节&lt;/Text&gt;&#13;&#10;        &lt;/Box&gt;&#13;&#10;        &lt;Text style={{ fontSize: 30, fontWeight: 'bold', color: '#16232E' }}&gt;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类、实例、继承、重写、组合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手写一个含继承的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6 节&lt;/Text&gt;&#13;&#10;        &lt;/Box&gt;&#13;&#10;        &lt;Text style={{ fontSize: 30, fontWeight: 'bold', color: '#16232E' }}&gt;核心知识点&lt;/Text&gt;&#13;&#10;        &lt;Text style={{ fontSize: 15, color: '#5A6B7A', marginTop: 10 }}&gt;· 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8 · 小结与验收&lt;/Text&gt;&#13;&#10;        &lt;Text style={{ fontSize: 16, color: '#5A6B7A', marginTop: 6 }}&gt;类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40 节 · 类、实例与 self&lt;/text&gt;&lt;text x='0' y='64' fontSize='14.5' fill='#3A4A58' fontFamily='Microsoft YaHei'&gt;· 第 41 节 · __init__、属性方法与 __str__&lt;/text&gt;&lt;text x='0' y='94' fontSize='14.5' fill='#3A4A58' fontFamily='Microsoft YaHei'&gt;· 第 42 节 · 继承与方法重写&lt;/text&gt;&lt;text x='0' y='124' fontSize='14.5' fill='#3A4A58' fontFamily='Microsoft YaHei'&gt;· 第 43 节 · 类的组合与示例串讲&lt;/text&gt;&lt;text x='0' y='154' fontSize='14.5' fill='#3A4A58' fontFamily='Microsoft YaHei'&gt;· 第 44 节 · 动手实战与答案讲评&lt;/text&gt;&lt;text x='0' y='184' fontSize='14.5' fill='#3A4A58' fontFamily='Microsoft YaHei'&gt;· 第 45 节 · ★ 六个常见错误逐条自查&lt;/text&gt;&lt;text x='0' y='214' fontSize='14.5' fill='#3A4A58' fontFamily='Microsoft YaHei'&gt;· 第 46 节 · 单元 8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8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2026-10-28T23:49:05Z</dcterms:created>
  <dcterms:modified xsi:type="dcterms:W3CDTF">2026-10-28T23:49:05Z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{"AIGC":{"Label":"1","ContentProducer":"00119111010856365494821B355","ProduceID":"01a1832b70827c3f8a1b0bab89e469ad","ReservedCode1":"","ContentPropagator":"00119111010856365494821B355","PropagateID":"01a1832b70827c3f8a1b0bab89e469ad","ReservedCode2":""}}</vt:lpwstr>
  </property>
</Properties>
</file>