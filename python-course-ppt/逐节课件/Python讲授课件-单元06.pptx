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6 · 单元 6 · 用户输入与 while 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28 节 input() 的铁律与 for/while 之争</a:t>
            </a:r>
          </a:p>
          <a:p>
            <a:r>
              <a:rPr lang="zh-CN" dirty="0"/>
              <a:t>· 第 29 节 break / continue / while-else</a:t>
            </a:r>
          </a:p>
          <a:p>
            <a:r>
              <a:rPr lang="zh-CN" dirty="0"/>
              <a:t>· 第 30 节 交互程序的骨架与收尾</a:t>
            </a:r>
          </a:p>
          <a:p>
            <a:r>
              <a:rPr lang="zh-CN" dirty="0"/>
              <a:t>· 第 31 节 动手实战与答案讲评</a:t>
            </a:r>
          </a:p>
          <a:p>
            <a:r>
              <a:rPr lang="zh-CN" dirty="0"/>
              <a:t>· 第 32 节 单元 6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28 节 · input() 的铁律与 for/while 之争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学习目标：牢记「拿回来的永远是字符串」，知道什么时候该用 while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故意不写 int() 体会类型陷阱</a:t>
            </a:r>
          </a:p>
          <a:p>
            <a:r>
              <a:rPr lang="zh-CN" dirty="0"/>
              <a:t>· 现场写一个死循环再自救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6-1 ~ 6-3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28 节 · 核心知识点：input() 的铁律与 for/while 之争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本节目标：牢记「拿回来的永远是字符串」，知道什么时候该用 while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29 节 · break / continue / while-else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break、continue 与 while...else 的执行时机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写一个只接受正数的输入循环，故意输入字母看是否崩</a:t>
            </a:r>
          </a:p>
          <a:p>
            <a:r>
              <a:rPr lang="zh-CN" dirty="0"/>
              <a:t>· 演示 while...else 的执行时机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6-4 ~ 6-6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29 节 · 核心知识点：break / continue / while-else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break、continue 与 while...else 的执行时机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30 节 · 交互程序的骨架与收尾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学习目标：能组装出「提示 → 输入 → 校验 → 处理」的完整交互程序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现场把 input + int + if + while 组装成一个完整程序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7.5–7.9 投票统计 + 7.10 收银机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30 节 · 核心知识点：交互程序的骨架与收尾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本节目标：能组装出「提示 → 输入 → 校验 → 处理」的完整交互程序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31 节 · 动手实战与答案讲评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6 练习，能写带校验的交互循环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产出：带输入校验的投票统计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31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6 练习，能写带校验的交互循环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32 节 · 单元 6 验收复盘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 input 转换、循环控制、交互骨架都过关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现场演示死循环的自救过程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32 节 · 核心知识点：单元 6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 input 转换、循环控制、交互骨架都过关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6 小结 · 单元 6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6&lt;/Text&gt;&#13;&#10;        &lt;Text style={{ fontSize: 38, fontWeight: 'bold', color: '#FFFFFF', marginTop: 6 }}&gt;用户输入与 while 循环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28 节&lt;/text&gt;&lt;text x='96' y='85.0' fontSize='15' fill='#16232E' fontFamily='Microsoft YaHei'&gt;input() 的铁律与 for/while 之争&lt;/text&gt;&lt;text x='1080' y='85.0' fontSize='13' fill='#5A6B7A' textAnchor='end' fontFamily='Microsoft YaHei'&gt;W6&lt;/text&gt;&lt;rect x='0' y='135.2' width='1152' height='48.0' rx='7' fill='#F2F7FD' /&gt;&lt;text x='16' y='164.2' fontSize='15' fontWeight='bold' fill='#1F5FA8' fontFamily='Microsoft YaHei'&gt;第 29 节&lt;/text&gt;&lt;text x='96' y='164.2' fontSize='15' fill='#16232E' fontFamily='Microsoft YaHei'&gt;break / continue / while-else&lt;/text&gt;&lt;text x='1080' y='164.2' fontSize='13' fill='#5A6B7A' textAnchor='end' fontFamily='Microsoft YaHei'&gt;W6&lt;/text&gt;&lt;rect x='0' y='214.4' width='1152' height='48.0' rx='7' fill='#FFFFFF' /&gt;&lt;text x='16' y='243.4' fontSize='15' fontWeight='bold' fill='#1F5FA8' fontFamily='Microsoft YaHei'&gt;第 30 节&lt;/text&gt;&lt;text x='96' y='243.4' fontSize='15' fill='#16232E' fontFamily='Microsoft YaHei'&gt;交互程序的骨架与收尾&lt;/text&gt;&lt;text x='1080' y='243.4' fontSize='13' fill='#5A6B7A' textAnchor='end' fontFamily='Microsoft YaHei'&gt;W6&lt;/text&gt;&lt;rect x='0' y='293.6' width='1152' height='48.0' rx='7' fill='#F2F7FD' /&gt;&lt;text x='16' y='322.6' fontSize='15' fontWeight='bold' fill='#1F5FA8' fontFamily='Microsoft YaHei'&gt;第 31 节&lt;/text&gt;&lt;text x='96' y='322.6' fontSize='15' fill='#16232E' fontFamily='Microsoft YaHei'&gt;动手实战与答案讲评&lt;/text&gt;&lt;text x='1080' y='322.6' fontSize='13' fill='#5A6B7A' textAnchor='end' fontFamily='Microsoft YaHei'&gt;W6&lt;/text&gt;&lt;rect x='0' y='372.8' width='1152' height='48.0' rx='7' fill='#FFFFFF' /&gt;&lt;text x='16' y='401.8' fontSize='15' fontWeight='bold' fill='#1F5FA8' fontFamily='Microsoft YaHei'&gt;第 32 节&lt;/text&gt;&lt;text x='96' y='401.8' fontSize='15' fill='#16232E' fontFamily='Microsoft YaHei'&gt;单元 6 验收复盘&lt;/text&gt;&lt;text x='1080' y='401.8' fontSize='13' fill='#5A6B7A' textAnchor='end' fontFamily='Microsoft YaHei'&gt;W6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6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6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用户输入与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8 / 111 节&lt;/Text&gt;&#13;&#10;        &lt;/Box&gt;&#13;&#10;        &lt;Text style={{ fontSize: 30, fontWeight: 'bold', color: '#16232E' }}&gt;input() 的铁律与 for/while 之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牢记「拿回来的永远是字符串」，知道什么时候该用 while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写 int() 体会类型陷阱&lt;/text&gt;&lt;text x='84' y='338.75' fontSize='14.5' fill='#3A4A58' textAnchor='start' fontFamily='Microsoft YaHei'&gt;· 现场写一个死循环再自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1 ~ 6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286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input()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的铁律与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for/while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之争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8 节&lt;/Text&gt;&#13;&#10;        &lt;/Box&gt;&#13;&#10;        &lt;Text style={{ fontSize: 30, fontWeight: 'bold', color: '#16232E' }}&gt;核心知识点&lt;/Text&gt;&#13;&#10;        &lt;Text style={{ fontSize: 15, color: '#5A6B7A', marginTop: 10 }}&gt;· input() 的铁律与 for/whil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input() 的铁律：拿回来的永远是字符串&lt;/text&gt;&lt;text x='82' y='169.0' fontSize='13' fill='#3A4A58' textAnchor='start' fontFamily='Microsoft YaHei'&gt;· 标准三步模板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for 还是 while：怎么选&lt;/text&gt;&lt;text x='686' y='169.0' fontSize='13' fill='#3A4A58' textAnchor='start' fontFamily='Microsoft YaHei'&gt;· for 像按清单点名——名单上有 10 个人，念完 10 个就结束。&lt;/text&gt;&lt;text x='686' y='197.5' fontSize='13' fill='#3A4A58' textAnchor='start' fontFamily='Microsoft YaHei'&gt;· while 像守门等人——你说&quot;他来了我就开门&quot;，所以得一直站着等，&lt;/text&gt;&lt;text x='686' y='217.0' fontSize='13' fill='#3A4A58' textAnchor='start' fontFamily='Microsoft YaHei'&gt;来几个人都不确定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38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input()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的铁律与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for/whil…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9 / 111 节&lt;/Text&gt;&#13;&#10;        &lt;/Box&gt;&#13;&#10;        &lt;Text style={{ fontSize: 30, fontWeight: 'bold', color: '#16232E' }}&gt;break / continue / while-el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break、continue 与 while...else 的执行时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只接受正数的输入循环，故意输入字母看是否崩&lt;/text&gt;&lt;text x='84' y='338.75' fontSize='14.5' fill='#3A4A58' textAnchor='start' fontFamily='Microsoft YaHei'&gt;· 演示 while...else 的执行时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4 ~ 6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105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break / continue / while-el…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9 节&lt;/Text&gt;&#13;&#10;        &lt;/Box&gt;&#13;&#10;        &lt;Text style={{ fontSize: 30, fontWeight: 'bold', color: '#16232E' }}&gt;核心知识点&lt;/Text&gt;&#13;&#10;        &lt;Text style={{ fontSize: 15, color: '#5A6B7A', marginTop: 10 }}&gt;· break / continue / wh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while 的核心：条件先行&lt;/text&gt;&lt;text x='82' y='169.0' fontSize='13' fill='#3A4A58' textAnchor='start' fontFamily='Microsoft YaHei'&gt;· 1. 条件为假时，循环体一次都不执行。&lt;/text&gt;&lt;text x='82' y='197.5' fontSize='13' fill='#3A4A58' textAnchor='start' fontFamily='Microsoft YaHei'&gt;· print(&quot;永远不会打印&quot;)&lt;/text&gt;&lt;text x='82' y='226.0' fontSize='13' fill='#3A4A58' textAnchor='start' fontFamily='Microsoft YaHei'&gt;· 2. 必须有让条件变假的那一行，否则进入死循环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break 与 continue&lt;/text&gt;&lt;text x='686' y='169.0' fontSize='13' fill='#3A4A58' textAnchor='start' fontFamily='Microsoft YaHei'&gt;· break 是&quot;提前下课&quot;——举手表说&quot;这节课剩下的不上了&quot;，直接走人。&lt;/text&gt;&lt;text x='686' y='197.5' fontSize='13' fill='#3A4A58' textAnchor='start' fontFamily='Microsoft YaHei'&gt;· continue 是&quot;这题跳过，下一题&quot;——留在教室里，只是跳过当前这一题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break / continue / wh…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0 / 111 节&lt;/Text&gt;&#13;&#10;        &lt;/Box&gt;&#13;&#10;        &lt;Text style={{ fontSize: 30, fontWeight: 'bold', color: '#16232E' }}&gt;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组装出「提示 → 输入 → 校验 → 处理」的完整交互程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 input + int + if + while 组装成一个完整程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7.5–7.9 投票统计 + 7.10 收银机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0 节&lt;/Text&gt;&#13;&#10;        &lt;/Box&gt;&#13;&#10;        &lt;Text style={{ fontSize: 30, fontWeight: 'bold', color: '#16232E' }}&gt;核心知识点&lt;/Text&gt;&#13;&#10;        &lt;Text style={{ fontSize: 15, color: '#5A6B7A', marginTop: 10 }}&gt;· 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while ... else：&lt;/text&gt;&lt;text x='82' y='153' fontSize='15.5' fontWeight='bold' fill='#1F5FA8' textAnchor='start' fontFamily='Microsoft YaHei'&gt;循环&quot;没被打断&quot;时执行&lt;/text&gt;&lt;text x='82' y='192.0' fontSize='13' fill='#3A4A58' textAnchor='start' fontFamily='Microsoft YaHei'&gt;· else 块只在循环正常走完（没有被 break&lt;/text&gt;&lt;text x='82' y='211.5' fontSize='13' fill='#3A4A58' textAnchor='start' fontFamily='Microsoft YaHei'&gt;打断）时执行。&lt;/text&gt;&lt;text x='82' y='240.0' fontSize='13' fill='#3A4A58' textAnchor='start' fontFamily='Microsoft YaHei'&gt;· &quot;如果这节课没被老师叫停，就说明大家表现好，&lt;/text&gt;&lt;text x='82' y='259.5' fontSize='13' fill='#3A4A58' textAnchor='start' fontFamily='Microsoft YaHei'&gt;下课&quot;。&lt;/text&gt;&lt;text x='82' y='288.0' fontSize='13' fill='#3A4A58' textAnchor='start' fontFamily='Microsoft YaHei'&gt;· 这段代码读起来非常自然：猜对了就 break 走人，&lt;/text&gt;&lt;text x='82' y='307.5' fontSize='13' fill='#3A4A58' textAnchor='start' fontFamily='Microsoft YaHei'&gt;猜满 3 次还没对就落进 else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交互程序的骨架&lt;/text&gt;&lt;text x='486' y='169.0' fontSize='13' fill='#3A4A58' textAnchor='start' fontFamily='Microsoft YaHei'&gt;· 注意这个模式的关键点&lt;/text&gt;&lt;text x='486' y='197.5' fontSize='13' fill='#3A4A58' textAnchor='start' fontFamily='Microsoft YaHei'&gt;· while True 本身没有出口，唯一的出口是 break。&lt;/text&gt;&lt;text x='486' y='226.0' fontSize='13' fill='#3A4A58' textAnchor='start' fontFamily='Microsoft YaHei'&gt;· 所以每一条通向&quot;用户想退出&quot;的路径，都必须有&lt;/text&gt;&lt;text x='486' y='245.5' fontSize='13' fill='#3A4A58' textAnchor='start' fontFamily='Microsoft YaHei'&gt;break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用 while 处理列表和字典（教材 7.3）&lt;/text&gt;&lt;text x='890' y='169.0' fontSize='13' fill='#3A4A58' textAnchor='start' fontFamily='Microsoft YaHei'&gt;· ① 在列表之间搬元素。&lt;/text&gt;&lt;text x='890' y='197.5' fontSize='13' fill='#3A4A58' textAnchor='start' fontFamily='Microsoft YaHei'&gt;· ② 删除所有等于某值的元素。&lt;/text&gt;&lt;text x='890' y='226.0' fontSize='13' fill='#3A4A58' textAnchor='start' fontFamily='Microsoft YaHei'&gt;· ③ 用用户输入来填充字典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input 的类型陷阱与三步模板&lt;/text&gt;&lt;text x='468' y='500' fontSize='13' fill='#3A4A58' textAnchor='start' fontFamily='Microsoft YaHei'&gt;· while 基本循环&lt;/text&gt;&lt;text x='872' y='500' fontSize='13' fill='#3A4A58' textAnchor='start' fontFamily='Microsoft YaHei'&gt;· break 与 continue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1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6 练习，能写带校验的交互循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带输入校验的投票统计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1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6-1【三步模板转换】&lt;/text&gt;&lt;text x='82' y='197.5' fontSize='13' fill='#3A4A58' textAnchor='start' fontFamily='Microsoft YaHei'&gt;· 练习 6-2【数字累加到 N】&lt;/text&gt;&lt;text x='82' y='226.0' fontSize='13' fill='#3A4A58' textAnchor='start' fontFamily='Microsoft YaHei'&gt;· 练习 6-3【倍数输出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6-5🌐【猜数字游戏（完整版）】&lt;/text&gt;&lt;text x='486' y='197.5' fontSize='13' fill='#3A4A58' textAnchor='start' fontFamily='Microsoft YaHei'&gt;· 猜的数字太大 → &quot;太大了，再小一点&quot;&lt;/text&gt;&lt;text x='486' y='226.0' fontSize='13' fill='#3A4A58' textAnchor='start' fontFamily='Microsoft YaHei'&gt;· 猜的数字太小 → &quot;太小了，再大一点&quot;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6-9&lt;/text&gt;&lt;text x='890' y='169.0' fontSize='13' fill='#3A4A58' textAnchor='start' fontFamily='Microsoft YaHei'&gt;· 如果写成 for s in scores2:（不加 [:]）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2 / 111 节&lt;/Text&gt;&#13;&#10;        &lt;/Box&gt;&#13;&#10;        &lt;Text style={{ fontSize: 30, fontWeight: 'bold', color: '#16232E' }}&gt;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 input 转换、循环控制、交互骨架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死循环的自救过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2 节&lt;/Text&gt;&#13;&#10;        &lt;/Box&gt;&#13;&#10;        &lt;Text style={{ fontSize: 30, fontWeight: 'bold', color: '#16232E' }}&gt;核心知识点&lt;/Text&gt;&#13;&#10;        &lt;Text style={{ fontSize: 15, color: '#5A6B7A', marginTop: 10 }}&gt;· 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6 · 小结与验收&lt;/Text&gt;&#13;&#10;        &lt;Text style={{ fontSize: 16, color: '#5A6B7A', marginTop: 6 }}&gt;用户输入与 while 循环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8 节 · input() 的铁律与 for/while 之争&lt;/text&gt;&lt;text x='0' y='64' fontSize='14.5' fill='#3A4A58' fontFamily='Microsoft YaHei'&gt;· 第 29 节 · break / continue / while-else&lt;/text&gt;&lt;text x='0' y='94' fontSize='14.5' fill='#3A4A58' fontFamily='Microsoft YaHei'&gt;· 第 30 节 · 交互程序的骨架与收尾&lt;/text&gt;&lt;text x='0' y='124' fontSize='14.5' fill='#3A4A58' fontFamily='Microsoft YaHei'&gt;· 第 31 节 · 动手实战与答案讲评&lt;/text&gt;&lt;text x='0' y='154' fontSize='14.5' fill='#3A4A58' fontFamily='Microsoft YaHei'&gt;· 第 32 节 · 单元 6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6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用户输入与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2026-10-29T00:32:59Z</dcterms:created>
  <dcterms:modified xsi:type="dcterms:W3CDTF">2026-10-29T00:32:59Z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